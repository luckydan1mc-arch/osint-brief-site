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22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13:44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221344OCT26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הדריכות מול איראן עולה, ארצות הברית נערכת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מוציאה דיפלומטים מהמפרץ ומצמצמת כוחות בגלל איומי 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משמרות המהפכה טוענים כי 7 מכליות נפגעו בלילה במפרץ ובמצר הורמוז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אין דיווחים חדשים מלבנון ומסוריה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חשד לדריסה ואלימות מתנחלים ביהודה ושומרון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חשד לפיגוע דריסה ליד רמת מגרון: אדם נפצע קל, הרכב נעצר ליד עפרה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המשטרה עצרה 10 חשודים בתקיפות מתנחלים על פלסטינים ודיפלומטים במסיק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חמאס מאיים במתקפה נוספת, הצבא תוקף ברצועה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בכירי חמאס מסרו לישראל שהם ערוכים למתקפה נוספת כמו 7 באוקטובר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חיל האוויר תקף יעד טרור בצפון רצועת עזה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חשד לתקיפה אנטישמית בניו יורק ואיום באלבניה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חסיד מקראון הייטס נדקר במנהטן, המשטרה בודקת חשד לתקיפה אנטישמית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באלבניה פורסמו קריאות לתקוף את בית הכנסת היחיד במדינה במהלך מהומות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רוסיה שיגרה 21 טילים בליסטיים על קייב, ולפחות 2 נהרגו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