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8055" y="219456"/>
            <a:ext cx="58521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6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200"/>
              </a:spcBef>
            </a:pPr>
            <a:r>
              <a:rPr sz="12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30 בספטמבר 2026 · 08:18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682581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78638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DTG 300818SEP26   ·   WGS84 / GEOGRAPHIC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28431" y="1024128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79" y="1143000"/>
            <a:ext cx="420624" cy="3154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155679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177289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2" name="Picture 11" descr="homefro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117271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4856" y="1090422"/>
            <a:ext cx="19659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THEATRE · IRAN / IRAQ / YEMEN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92224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 מאיימת במתקפה מקדימה ובפגיעה באמריקנים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האיראני מאיים במתקפה מקדימה אם יזהה כוונה לתקוף אותו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886760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79" y="3005632"/>
            <a:ext cx="420624" cy="31546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155679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335" y="3005632"/>
            <a:ext cx="420624" cy="31546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689335" y="3005632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039922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23" name="Picture 22" descr="nor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3416" y="3035350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54312" y="2953054"/>
            <a:ext cx="1280159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17112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N · LEBANON / SYRIA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7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54856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פועל בדרום לבנון ומסכל חדירות לכוחות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ירה בשני חשודים שחדרו למרחב הביטחוני והתקרבו לכוחות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חטיבה 55 השמידה מעל 600 תשתיות טרור בכפר אל-מנצורי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749393"/>
            <a:ext cx="3749039" cy="1725472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79" y="4868265"/>
            <a:ext cx="420624" cy="31546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1155679" y="4868265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902555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centr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897983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354312" y="4815687"/>
            <a:ext cx="174650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79745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C · WEST BANK / EAST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7974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17489"/>
            <a:ext cx="3346703" cy="88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פרעות בשומרון כללו תקיפה של כוחות הביטחון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יותר מ-100 איש השתתפו בפרעות בג׳אלוד ותקפו כוחות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שלושה לוחמי משמר הגבול נפצעו קל ושניים נעצרו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1024128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728" y="1143000"/>
            <a:ext cx="420624" cy="31546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38728" y="1143000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2648" y="117728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1" name="Picture 40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464" y="117271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37360" y="1090422"/>
            <a:ext cx="174650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554480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 · GAZA / EGYPT / JORDAN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1792224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הצבא ממשיך לחסל בכירים בחמאס ומאיים על ההנהגה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11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הצבא חיסל את עז אלדין ביכ, מפקד חטיבת צפון הרצועה בחמאס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מעצר בכיר בחמאס בעזה הניב מודיעין שאפשר חיסולי בכירים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שר הביטחון הזהיר שגם ראשי חמאס בחוץ לארץ על הכוונת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3818077"/>
            <a:ext cx="3749039" cy="2656789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1270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8728" y="3936949"/>
            <a:ext cx="420624" cy="31546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538728" y="3936949"/>
            <a:ext cx="420624" cy="315468"/>
          </a:xfrm>
          <a:prstGeom prst="rect">
            <a:avLst/>
          </a:prstGeom>
          <a:noFill/>
          <a:ln w="7620">
            <a:solidFill>
              <a:srgbClr val="8A97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3971239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82496" y="3884371"/>
            <a:ext cx="180136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00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4348429"/>
            <a:ext cx="33467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GLOBAL · SECURITY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4586173"/>
            <a:ext cx="3346703" cy="1815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B1220"/>
                </a:solidFill>
                <a:latin typeface="Calibri"/>
                <a:ea typeface="Calibri"/>
                <a:cs typeface="Aduma"/>
              </a:rPr>
              <a:t>ישראל נערכת לאפשרות של מתקפה לפני הבחירות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נתניהו הזהיר שיש סימנים שאויבי ישראל ינסו לתקוף לקראת הבחירות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ארצות הברית צפויה להעביר לישראל מטוסי קרב, בהם F-22, ומטוסי תדלוק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גורם צבאי לשרים: מזהים איום, אין לחימה מיידית אך צריך להיות ערוכים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Font typeface="Arial"/>
              <a:buChar char="•"/>
            </a:pPr>
            <a:r>
              <a:rPr sz="1100" b="0">
                <a:solidFill>
                  <a:srgbClr val="3F4C60"/>
                </a:solidFill>
                <a:latin typeface="Calibri"/>
                <a:ea typeface="Calibri"/>
                <a:cs typeface="Aduma"/>
              </a:rPr>
              <a:t>מדינות אירופה מפנות את אזרחיהן לנוכח האיום במתקפה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6134145" y="2729602"/>
            <a:ext cx="1747982" cy="2882528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A66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A6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