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2 באוקטובר 2026 · 12:56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021256OCT26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ארצות הברית מאיימת על איראן ומתגברת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 איים שאיראן תספוג מכה קשה על ניסיון הפלת טיסה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ארצות הברית שולחת לאזור נושאת מטוסים, 2,000 נחתים וסוללות פטריוט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תקיפות עזות בדרום לבנון, איום אמריקני ברקע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דווח על תקיפות עזות באל-מנצורי שבמחוז צור וליד זוטר שבמחוז נבטיה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 על חיזבאללה: לאן שאיראן הולכת, לשם הולכות שלוחותיה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התרעה על פיגוע ירי וחיכוך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התרעה על תכנון פיגוע ירי בטרמפיאדה בציר רמאללה–ירושלים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יהודי נפצע קל מיידוי אבנים ליד יצהר שבשומרון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3312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64208" y="1090422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שולט ברוב רצועת עזה ומבסס מוצבים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מפקד אוגדת עזה: הצבא שולט ב-63% מהרצועה והקים כ-40 מוצבים חדשים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דווח על הרוג ופצועים בתקיפה מהאוויר על אוהל בדרום-מערב חאן יונס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חקירת ניסיון הפלת הטיסה מצביעה על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טראמפ: הטייס העומאני שניסה להפיל טיסה לישראל נראה קשור לאיראן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בכיר סעודי הגדיר את ניסיון הפלת הטיסה לישראל כמעשה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האמירויות ביטלו ואז חידשו אישורי נחיתה לחברות תעופה ישראליות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כוחות הביטחון הסעודיים עצרו אדם עם חומרי נפץ במסגד הגדול במכה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