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17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170645OCT26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משקמת את מתקן הגרעין שהותקף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משקמת במהירות את מתקן הגרעין טאלקאן 2 שישראל תקפה פעמיים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איום אווירי חשוד על כוחות הצבא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שיגר מיירטים לעבר מטרות אוויריות חשודות באזור פעילותו בדרום 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דרשה מלבנון לא להחזיר לחזבאללה חומרי נפץ שנתפסו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חיכוכים אלימים ויידוי אבנים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פלסטינים יידו אבנים במטיילים ליד בית אריה, שניים נפצעו ו-12 נעצרו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הכוחות ירו בחשוד שרץ לעברם עם חפץ חד במסיק בח׳רבת אבו פלאח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חיסול מחבל חמאס בדרום הרצועה, הגבלת סחורות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בדרום הרצועה את מאהר אלחציני, מפקד הפשיטה על מחנה רעים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השעתה את כניסת הסחורות של המגזר הפרטי לרצועה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נציג מועצת השלום של טראמפ בעזה כינה את השעיית הסחורות לא מקובלת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ביטחוני חדש ב-24 השעות האחרונות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20164" y="1575521"/>
            <a:ext cx="1561963" cy="2173976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