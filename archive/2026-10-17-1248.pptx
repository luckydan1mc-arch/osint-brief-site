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17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171248OCT26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דריסה בשירת ציון, המחבל עדיין נמלט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 ביצע פיגוע דריסה ביישוב שירת ציון ופצע קל שני ישראלים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המחבל שביצע את הדריסה בשירת ציון נמלט ועדיין לא נלכד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882473" y="2614194"/>
            <a:ext cx="1999654" cy="2997936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