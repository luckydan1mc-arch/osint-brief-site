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29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290848OCT26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שוקלת תקיפה, איראן דוחה הסכם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טראמפ שוקל תקיפות חדשות באיראן, ושר ההגנה פיטר את ראש התכנון בפנטגון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איראן דחתה טיוטת הסכם מקטאר לסיום המלחמה, בלי גמישות בגרעין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תוקף בלבנון, חיזבאללה מסרב להתפרק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תקף בדרום לבנון בגל תקיפות נוסף ב-28.10 בערב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ראש חיזבאללה נעים קאסם: הארגון לא יפרק את נשקו ואין מקום לדיון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פעילות מעצרים והריסות בתים בשומרון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ומשמר הגבול עצרו 8 מבוקשים בשמונה כפרים בשומרון ותפסו אקדח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הרס בביתא שבשומרון את בתיהם של שני מחבלים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מחסל מפקדי חמאס ברצועת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בחאן יונס ובעיר עזה שלושה מפקדים בחמאס ב-25 וב-26.10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בין המחוסלים מפקד בכוח העילית של חמאס שפשט על מוצב סופה ב-7.10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בשגרירות בבלגרד, חשד להרעלה באתיופיה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 המזוהה עם המדינה האסלאמית תקף בסכין שוטר בשגרירות ישראל בבלגרד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השוטר נפצע קל והרג את התוקף; סרביה הגדירה את התקיפה פיגוע טרור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איש עסקים ישראלי נמצא מת באדיס אבבה; המשטרה עצרה חשודים בהרעלתו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776864" cy="1505514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