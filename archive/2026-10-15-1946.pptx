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15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151946OCT26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תגבור אמריקני מול איראן, שתי נושאות באזור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נושאת המטוסים ג׳ורג׳ בוש חזרה, וכעת שתי נושאות אמריקניות באזור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השמידה כלי שיט איראניים שמסרו מודיעין על מטרות בהורמוז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מורה לחזבאללה להיערך למלחמה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הנחתה את חזבאללה להיערך למלחמה, בציפייה לתקיפה אמריקנית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חיל האוויר תקף בלילה כמה פעמים באל-מנצורי ובזבקין שבדרום לבנון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במרכז הארץ סוכל, מעצרים בג׳נין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כוחות הביטחון עצרו פלסטיני שחצה את קו התפר ותכנן פיגוע במרכז הארץ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כוחות הביטחון עצרו בג׳נין סוחר נשק מרכזי של התארגנות הטרור בעיר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תקיפות נקודתיות בצפון העיר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תקיפה אווירית בצפון העיר עזה הרגה אדם ופצעה כמה, לפי דיווח פלסטיני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צרפת מצטרפת להגנה על סעודיה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החלה בפעולות מבצעיות להגנה על סעודיה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ארגנטינה מעמידה לדין 7 איראנים ופעיל חזבאללה על פיגוע 1994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בין הנאשמים בארגנטינה: וחידי, מפקד משמרות המהפכה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77914" y="2421847"/>
            <a:ext cx="1704213" cy="319028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