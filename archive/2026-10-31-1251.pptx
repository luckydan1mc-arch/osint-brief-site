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31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311251OCT26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נערכת לסבב תקיפות נגד 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הורתה למפרץ להיערך לתקיפות באיראן, ייתכן כבר ב-4.11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לפי איראן, כוחות ארצות הברית תקפו שתי סירות דיג ליד האי קשם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 פועלת נגד הברחות נפץ של חיזבאללה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לבנון האשימה אנשי חיזבאללה בהברחת חומרי נפץ בכביש ביירות–דמשק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840833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977993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98033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ישראל מגבילה כניסת משלחות זרות לשטח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מנעה כניסת משלחת בינלאומית עם חברי פרלמנט בריטים בעונת המסיק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מזימות טרור נגד יהודים נחשפות במערב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צעיר המזדהה עם הנאציזם נעצר במילאנו בחשד לתכנון פיגועים בבתי כנסת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גבר נעצר בפלורידה בחשד שאיים לבצע ירי המוני בקהילה חרדית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בקליפורניה נחשף תושב שתכנן לרצוח יהודי שלדעתו שירת בצבא הישראלי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