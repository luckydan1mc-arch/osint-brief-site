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3 באוקטובר 2026 · 12:49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031249OCT26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54312" y="1090422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יורה בהורמוז; ארצות הברית שוקלת לתקוף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משגרת מדי שבוע כ-30 כלי טיס בלתי מאוישים ו-10 טילים לספינות בהורמוז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264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81160" y="2953054"/>
            <a:ext cx="1353311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ללא אירועים ביממה האחרונה בלבנון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אתמול באל-מנצורי שבמחוז צור בדרום לבנון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אלימות מתנחלים בשומרון, גם נגד שוטרים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מתנחלים תקפו פלסטיני ופגעו ברכוש בכפר אוסרין שליד שכם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שלושה שוטרים נפצעו בעימות עם מתנחלים במצפה יריחו בעת מעצר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7008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17904" y="1090422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ניסיון חיסול יורש סינוואר, גורלו לא ידוע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תקף בעיר עזה כדי לחסל את עלי אל-עאמודי, יורש סינוואר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אל-עאמודי, סגן ראש הלשכה המדינית של חמאס, מנהל בפועל את הרצועה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גורלו של אל-עאמודי לא אושר; לפי גורם ישראלי הסיכוי ששרד נמוך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לפי מקורות פלסטיניים לפחות 5 נהרגו בבניין שהותקף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82496" y="3884371"/>
            <a:ext cx="180136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האמירויות הכירו בפיגוע בטיסה; החילוץ החל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איחוד האמירויות קבעה רשמית שהאירוע בטיסת פליי דובאי הוא פעולת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מערכת הביטחון מעריכה שמבצע הפיגוע בטיסת פליי דובאי פעל לבד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עובד אתר גרעין בארצות הברית נעצר בחשד לרכש רכיבי רחפנים לחות׳ים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שתי טיסות החילוץ הראשונות מדובאי נחתו בלילה בנמל התעופה בן גוריון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0B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0B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4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4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