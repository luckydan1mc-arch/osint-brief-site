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090845OCT26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באיראן לא לפני 3.11; הלחץ הכלכלי גובר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לא תתקוף לפני 3 בנובמבר, אך צבאה נערך לחידוש הלחימה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הרוג ופצועים בתאונה מבצעית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קצין מחטיבה 7 נהרג בהתהפכות רכב צבאי במרחב הליטני שבדרום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לוחמים נפצעו קל באותה התהפכות, והאירוע מתוחקר בצבא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כתב אישום על תכנון פיגועי תופת בירושלים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תושב מזרח ירושלים הואשם בתכנון פיגועי תופת בהשראת המדינה האסלאמית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בית משפט צבאי גזר מאסר עולם על מחבל שהרג חייל ביעבד ב-2020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עשרות מעצרי חשודים בטרור בנגב השנה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72 תושבי הנגב והדרום נעצרו השנה בחשד למעורבות בטרור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5 תושבי שגב שלום נעצרו בחשד שתכננו להקים גדוד טרור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כלי שיט נפגע מטילים מול חופי קטאר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כלי שיט נפגע מטילים רבים מול חופי קטאר, ויש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אזרחי לטביה נעצרו אחרי שפרצו לבסיס אמריקני בבריטניה ובו מרכז מודיעין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מועמד לקונגרס בארצות הברית נעצר בחשד לפשע שנאה אחרי שקילל ישראלי ובנו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כ-30 בני אדם נהרגו בתקיפה רוסית על שני אוטובוסים בקרמטורסק שבאוקראינה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77914" y="2421847"/>
            <a:ext cx="1704213" cy="319028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