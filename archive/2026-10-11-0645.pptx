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11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06:45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110645OCT26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7" y="1115568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7" y="1252728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7" y="1572768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טיל חות׳י פגע בריאד; ארצות הברית שוקלת תגובה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8102E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תימן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טיל בליסטי חות׳י פגע בנמל התעופה בריאד, לפחות 12 הרוגים ובהם אמריקני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2978200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7424" y="3115360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07424" y="3435400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תגבור בצפון אחרי חשד לחדירת כלי טיס עוין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חשד לחדירת כלי טיס עוין לערב אל-עראמשה; הצבא תגבר כוחות בצפון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52560" y="4840833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0" y="4977993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0" y="5298033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ירי בנהג שפרץ מחסומים ליד קריית ארבע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1F5FA8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שוטרים ירו בנהג רכב גנוב שפרץ מחסומים ליד קריית ארבע; הנהג נהרג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35608" y="1115568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35608" y="1252728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35608" y="1572768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חיסול מפקד בג׳יהאד האסלאמי בצפון רצועת עזה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1F5FA8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חיסל בצפון הרצועה מפקד במערך הנשק נגד טנקים של הג׳יהאד האסלאמי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90472" y="3909517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90472" y="4046677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סירוב בפריז להעמיס משלוח צבאי לישראל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עובדי מטען בפריז סירבו להעמיס משלוח צבאי של אלביט לטיסה לישראל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משלחת של חיל האוויר השתתפה לראשונה בתערוכה אווירית במרוקו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5970011" y="1626814"/>
            <a:ext cx="1912116" cy="2122683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5959069" y="3614397"/>
            <a:ext cx="1923058" cy="1997733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940998" cy="1274698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