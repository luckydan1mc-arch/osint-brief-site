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2 באוקטובר 2026 · 20:04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022004OCT26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תוקפת שיט בהורמוז, המורדים בתימן את סעודיה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איראן משגרת מדי שבוע כ-30 רחפנים ו-10 טילים לעבר ספינות בהורמוז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לתקוף בדרום לבנון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היום באל-מנצורי שבמחוז צור בדרום לבנון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נציגי שלטון א-שרע דרשו מחיזבאללה לעצור הברחות נשק, ללא הסכם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בנימין: בקבוק תבערה לחווה ועימות עם מתנחלים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שני פלסטינים השליכו בקבוק תבערה לחווה ליד נחליאל, ללא נפגעים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שולט ב-63% מהרצועה, ותקיפות נמשכות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תקיפת רחפן במערב העיר עזה, הרוג ופצועים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שולט ב-63% משטח הרצועה והקים בה כ-40 מוצבים חדשים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פרשת הטייס העומאני מסלימה לאיום על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 קשר לאיראן את הטייס שניסה לרסק את טיסת פליי דובאי, ואיים במכה קשה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ארצות הברית מתגברת כוחות באזור, והאמירויות הגדירו את המקרה פעולת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נתניהו: אם מישהו שלח את הטייס, הוא ישלם מחיר כבד מאוד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עובד אתר גרעין בארצות הברית נעצר בחשד שסיפק לחות׳ים רכיבי רחפנים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