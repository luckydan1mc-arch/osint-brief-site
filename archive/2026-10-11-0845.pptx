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110845OCT26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המורדים בתימן מסלימים, ארצות הברית שוקלת תקיפה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תימן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טיל חות׳י פגע בנמל התעופה בריאד, לפחות 12 הרוגים ובהם אמריקני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לחדירה בגליל המערבי, ככל הנראה שווא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התרעה על חדירת כלי טיס עוין לערב אל-עראמשה שבגליל המערבי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הצפון תגבר כוחות והציב עמדות בידוק בצמתים בצפון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חקירת תקיפת שוטרים במצפה יריחו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בודקת מעורבות חבר כנסת בתקיפת שוטרים במצפה יריחו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סיכול ממוקד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בצפון הרצועה מפקד נגד טנקים של הג׳יהאד האסלאמי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חיל האוויר במרוקו, מאבק משפטי בהאג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משלחת חיל האוויר השתתפה לראשונה בתערוכה האווירית במרקש שבמרוקו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קרן הפועלת נגד אנשי ביטחון ישראלים הגישה בהאג תלונה נגד רופאים ישראלים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5970011" y="1626814"/>
            <a:ext cx="1912116" cy="212268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342048" y="3191234"/>
            <a:ext cx="1540079" cy="2420896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