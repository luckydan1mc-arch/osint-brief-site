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10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>  |  </a:t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19:45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DTG 101945OCT26   ·   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87967" y="1115568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7" y="1252728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7" y="1572768"/>
            <a:ext cx="208483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המורדים בתימן פגעו בריאד; איראן שומרת יכולת טילים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8102E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תימן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טיל בליסטי של המורדים בתימן פגע בטרמינל נמל התעופה בריאד, כ-10 הרוגים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2978200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7424" y="3115360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07424" y="3435400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הצבא מסכל שיגורים מדרום סוריה בהכוונת איראן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סוריה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תקף בגבול סוריה-לבנון מחבל שקידם שיגורי רחפני נפץ ורקטות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07424" y="4840833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07424" y="4977993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07424" y="5298033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פשיעה ואלימות פורעים ביהודה ושומרון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שוטרים ירו בנהג רכב גנוב שפרץ מחסומים ליד קריית ארבע, והוא נהרג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פורעים יהודים גירשו פלסטיני ובנו מרכבם ביברוד וגנבו אותו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90472" y="1115568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90472" y="1252728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90472" y="1572768"/>
            <a:ext cx="186537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חיסול מפקד בג׳יהאד האסלאמי בצפון רצועת עזה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רצועת עזה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חיסל בצפון הרצועה את מוחמד נחאלה, מפקד נגד טנקים בג׳יהאד האסלאמי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35608" y="3909517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35608" y="4046677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פעילות עוינת נגד יעדים ישראליים באירופה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שני חשודים בלונדון במעקב אחר שגרירות ישראל בשליחות איראן כפרו באשמה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עובדי מטען בפריז סירבו להעמיס משלוח צבאי של אלביט לטיסת אל על לישראל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באמירויות נחקר טייס משנה בפליי דובאי שהפך לטייס בהשראת 11 בספטמבר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6746912" y="1575521"/>
            <a:ext cx="1135215" cy="2173976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5959069" y="3614397"/>
            <a:ext cx="1923058" cy="1997733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940998" cy="1274698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