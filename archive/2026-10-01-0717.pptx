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1 באוקטובר 2026 · 07:17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010717OCT26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54312" y="1090422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נבדקת מעורבות איראן בניסיון הפיגוע במטוס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גורם ביטחוני בכיר מאיים שאם איראן מעורבת בפיגוע המטוס היא תשלם ביוקר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נשיא ארצות הברית: בקרוב יקרו דברים עם איראן, זה יסתיים כך או אחרת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גולני יצאה מדרום לבנון; פיצוצים ליד דמשק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כוחות גולני יצאו לרענון אחרי 7 חודשי פעילות בדרום לבנון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0264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81160" y="4815687"/>
            <a:ext cx="181965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הנשיא גינה את האלימות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הנשיא הרצוג ביקר בבסיס צבאי אחרי פרעות וגינה את האלימות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אזעקות בירדן, ייתכן ליד בסיסים אמריקניים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אזעקות הופעלו בירדן, לפי דיווח לא מאושר באזור בסיסים אמריקניים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מטוסי קרב ירדניים וסעודיים הוזנקו לצד חיל האוויר באירוע המטוס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מעצר בכיר חמאס בעזה הניב מודיעין שאפשר את חיסולי הבכירים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ניסיון פיגוע בטיסה לישראל סוכל; חשד לאיראן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טייס המשנה בטיסת פליי דובאי לישראל דקר את הקברניט, והמטוס צלל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נוסעים ישראלים השתלטו על המפגע, המטוס נחת בסעודיה והנוסעים חזרו ארצה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ראש ממשלת בריטניה: אינדיקציות חזקות למעורבות איראן בפיגוע שסוכל באנגליה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ישראלי נרצח באי קופנגן בתאילנד, ונבדקת אפשרות של רקע לאומני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320164" y="1575521"/>
            <a:ext cx="1561963" cy="2173976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