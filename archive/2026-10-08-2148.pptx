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8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21:48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082148OCT26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המורדים בתימן מסלימים בסעודיה, היערכות מול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תימן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המורדים המורדים בתימן השביתו בתקיפה את נמל התעופה בריאד, 3 זרים נהרגו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פועל במרחב הליטני, תאונה קטלנית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קצין מחטיבה 7 נהרג בהתהפכות רכב האמר במרחב הליטני 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שלושה לוחמים נפצעו קל בהתהפכות הרכב, והצבא חוקר את האירוע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סיכול טרור והיערכות לעונת מסיק הזיתים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ירושלים: תושב בית חנינא הואשם בתכנון פיגועי תופת בהשראת המדינה האסלאמית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 הורה להרחיק פעילי שמאל לקראת מסיק הזיתים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ממשיך בחיסולי מפקדי חמאס ברצועה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בחאן יונס מפקד בחמאס, מחוטפי גופת סמל שקד דהן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בעיר עזה מפקד בחמאס שהחזיק בחטופים, בהם אמילי דמארי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נגב: 72 תושבי הנגב והדרום נעצרו השנה בחשד למעורבות בטרור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בשיט מול קטאר וחבלה רוסית באירופה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כלי שיט נפגע מטילים רבים מול חופי קטאר, ויש פצועים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אזרחי לטביה פרצו לבסיס של חיל האוויר האמריקני בבריטניה ונעצרו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רוסיה ביצעה פעולות חבלה נגד חברות ביטחוניות בדנמרק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כ-30 נהרגו בתקיפה רוסית על שני אוטובוסים בקרמטורסק שבאוקראינה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