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24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240649OCT26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115568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572768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פגיעה רחבה בשיט המכליות במצר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שבע מכליות נפגעו במצר הורמוז, שתיים מהן ממוקשים ימיים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כתם נפט ממכלית שנפגעה בהורמוז הגיע לחופי איחוד האמירויות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מדללת את שגרירותה בביירות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צמצמה בשקט את סגל שגרירותה בביירות</a:t>
            </a:r>
          </a:p>
          <a:p>
            <a:pPr algn="r" rtl="1">
              <a:lnSpc>
                <a:spcPct val="82000"/>
              </a:lnSpc>
              <a:spcBef>
                <a:spcPts val="3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סוריה</a:t>
            </a:r>
          </a:p>
          <a:p>
            <a:pPr algn="r" rtl="1" marL="160654" indent="-160654">
              <a:lnSpc>
                <a:spcPct val="82000"/>
              </a:lnSpc>
              <a:spcBef>
                <a:spcPts val="1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שני אנשי ביטחון סורים נהרגו במבצע נגד המדינה האסלאמית ליד דמשק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4840833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4977993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87967" y="5298033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הסלמה בחברון: מבצע רחב אחרי פיגוע קטלני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מחבלי חמאס מחברון הרגו שני לוחמים בירי על מחסום בצומת יהודה וחוסלו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ושירות הביטחון הכללי פתחו במבצע רב-יומי שאגת יהודה בחברון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פיגוע ירי קטלני בדרום ירדן, היורים במנוסה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ירדן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חמושים ירו על הלוויה בכנסייה בעיר כרכ, 7 הרוגים ו-34 פצועים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הממשלה מייחסת את הירי לאסלאם קיצוני, וכוחות הביטחון במצוד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גל איומים על בתי כנסת בארצות הברית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צעיר מיוטה שאיים לפוצץ בית כנסת הואשם, ובביתו נמצאו מטענים ורובים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אדם נעצר בניו יורק אחרי שניסה לפרוץ בבלה לבית כנסת ולהצית שלט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צרפת נערכת לגל מהומות בסוף השבוע, וישראלים הונחו לנקוט משנה זהירות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ירי מרכב במערב פריז הרג אדם ופצע חמישה, ומקרון הגדיר זאת פיגוע טרור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5959069" y="3614397"/>
            <a:ext cx="1923058" cy="1997733"/>
          </a:xfrm>
          <a:prstGeom prst="line">
            <a:avLst/>
          </a:prstGeom>
          <a:ln w="1905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1488111" cy="3800852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