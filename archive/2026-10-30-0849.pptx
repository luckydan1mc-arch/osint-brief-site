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30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300849OCT26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חילופי אש ישירים בין ארצות הברית לאיראן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תקפה הגנה אווירית איראנית שירתה לעבר כלי טיס אמריקני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חייל בצבא ריגל כשנה עבור איראן וצילם מיירטים ומטוסי תדלוק אמריקניים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חיזבאללה דוחה כל דיון על פירוק נשקו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מנהיג חיזבאללה נעים קאסם הודיע שהארגון לא יפרק את נשקו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מגיב לפיגוע בחברון בהריסת בתי המחבלים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מפנה תושבים בחברון לקראת הריסת בתי המחבלים שהרגו שני לוחמים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אטם בבטון שני פירים בקלקיליה; לא נמצאו מנהרות למרחב התפר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תקיפה נקודתית של הצבא במרכז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לפי דיווח, שני הרוגים בתקיפת הצבא על רכב במחנה הפליטים אל-מע׳אזי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פגיעה ביעדים ישראליים ויהודיים מחוץ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ספינה בשירות צים טבעה בים השחור; החברה: הותקפה ברחפן מתאבד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המחבל שרצח קשישה בצעדה למען החטופים בקולורדו הודה בפשעי שנאה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