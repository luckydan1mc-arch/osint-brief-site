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310849OCT26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מוקשים בהורמוז, המפרץ נערך לחידוש המלחמה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משמרות המהפכה, 3 מכליות עלו על מוקשים ועלו באש במצר הורמוז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קטר מתווכת בטהרן לחידוש המגעים, ומדינות המפרץ נערכות למלחמה ב-4.11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 מעמידה לדין מבריחי נפץ של חיזבאללה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התביעה הצבאית בלבנון האשימה 8 עד 13 אנשי חיזבאללה בהברחת חומרי נפץ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חומרי הנפץ הוברחו במשאית בדהר אל-בידר שעל כביש ביירות–דמשק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ישראל מגבילה כניסת משלחות זרות לשטח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מנעה ממשלחת עם חברי פרלמנט בריטים להיכנס בעונת המסיק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חיסל מפקד חוליה של חמאס בנוציראת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בנוציראת את איהאב אבו טאקיה, מפקד חוליה בחמאס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אבו טאקיה היה מעורב בהחזקת 12 חטופים לפחות, בהם נועה ארגמני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נחשפו מזימות טרור נגד יהודים במערב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שמזדהה עם הנאציזם נעצר במילאנו בחשד שתכנן פיגועים בבתי כנסת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נעצר בפלורידה בחשד שאיים לבצע ירי המוני בקהילה חרדית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בקליפורניה נחשף אדם שתכנן לרצוח יהודי כי האמין ששירת בצבא הישראלי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75344" cy="1364460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