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011680" y="0"/>
            <a:ext cx="237744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949440" y="0"/>
            <a:ext cx="201168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92640" y="0"/>
            <a:ext cx="128016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7" name="Snip Single Corner Rectangle 6"/>
          <p:cNvSpPr/>
          <p:nvPr/>
        </p:nvSpPr>
        <p:spPr>
          <a:xfrm rot="10800000">
            <a:off x="411480" y="128016"/>
            <a:ext cx="11368735" cy="768096"/>
          </a:xfrm>
          <a:prstGeom prst="snip1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28" y="210312"/>
            <a:ext cx="726618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9724" y="164592"/>
            <a:ext cx="5486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90000"/>
              </a:lnSpc>
            </a:pPr>
            <a:r>
              <a:rPr sz="28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100"/>
              </a:spcBef>
            </a:pPr>
            <a:r>
              <a:rPr sz="13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סוכן אוסינט · ענף מבצעים חמ״ץ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8 באוקטובר 2026</a:t>
            </a:r>
            <a:r>
              <a:rPr sz="2000" b="1">
                <a:solidFill>
                  <a:srgbClr val="C41E3A"/>
                </a:solidFill>
                <a:latin typeface="Calibri"/>
                <a:ea typeface="Calibri"/>
                <a:cs typeface="Aduma"/>
              </a:rPr>
              <a:t>  |  </a:t>
            </a:r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19:47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DTG 081947OCT26   ·   WGS84 / GEOGRAPHIC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8028431" y="1024128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9153144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024128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me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39" y="1156716"/>
            <a:ext cx="512064" cy="512064"/>
          </a:xfrm>
          <a:prstGeom prst="rect">
            <a:avLst/>
          </a:prstGeom>
        </p:spPr>
      </p:pic>
      <p:sp>
        <p:nvSpPr>
          <p:cNvPr id="18" name="Parallelogram 17"/>
          <p:cNvSpPr/>
          <p:nvPr/>
        </p:nvSpPr>
        <p:spPr>
          <a:xfrm>
            <a:off x="8229600" y="1165860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19" name="Picture 18" descr="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467612"/>
            <a:ext cx="310896" cy="2286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87967" y="1115568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R A N  ·  I R A Q  ·  Y E M E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7" y="1252728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7" y="1572768"/>
            <a:ext cx="208483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33372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מצור על איראן נמשך; המורדים בתימן מסלימים בסעודיה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8102E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טראמפ: אין תקיפה באיראן עד 3 בנובמבר; הצבא האמריקני נערך לחידוש לחימה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8028431" y="2886760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2937052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9153144" y="2937052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2886760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3613708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o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39" y="3019348"/>
            <a:ext cx="512064" cy="512064"/>
          </a:xfrm>
          <a:prstGeom prst="rect">
            <a:avLst/>
          </a:prstGeom>
        </p:spPr>
      </p:pic>
      <p:sp>
        <p:nvSpPr>
          <p:cNvPr id="31" name="Parallelogram 30"/>
          <p:cNvSpPr/>
          <p:nvPr/>
        </p:nvSpPr>
        <p:spPr>
          <a:xfrm>
            <a:off x="8229600" y="3028492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32" name="Picture 31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330244"/>
            <a:ext cx="310896" cy="228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229600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3330244"/>
            <a:ext cx="310896" cy="228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586216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0" y="2978200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L E B A N O N  ·  S Y R I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3115360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3435400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96004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גבול לבנון: יירוט שווא, ללא ירי מדווח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1F5FA8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לבנון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תיקן: המיירט אמש שוגר למטרת שווא בדרום לבנון, לא לטיל</a:t>
            </a:r>
          </a:p>
        </p:txBody>
      </p:sp>
      <p:sp>
        <p:nvSpPr>
          <p:cNvPr id="40" name="Snip Single Corner Rectangle 39"/>
          <p:cNvSpPr/>
          <p:nvPr/>
        </p:nvSpPr>
        <p:spPr>
          <a:xfrm>
            <a:off x="8028431" y="4749393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7575" y="4799685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9153144" y="4799685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1" y="4749393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37575" y="5476341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entr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4239" y="4881981"/>
            <a:ext cx="512064" cy="512064"/>
          </a:xfrm>
          <a:prstGeom prst="rect">
            <a:avLst/>
          </a:prstGeom>
        </p:spPr>
      </p:pic>
      <p:sp>
        <p:nvSpPr>
          <p:cNvPr id="46" name="Parallelogram 45"/>
          <p:cNvSpPr/>
          <p:nvPr/>
        </p:nvSpPr>
        <p:spPr>
          <a:xfrm>
            <a:off x="8229600" y="4891125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47" name="Picture 46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5192877"/>
            <a:ext cx="310896" cy="2286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229600" y="5192877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07424" y="4840833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J U D E A  &amp;  S A M A R I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07424" y="4977993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07424" y="5298033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558637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סוכלה מזימת טרור בירושלים; היערכות למסיק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ירושלים: סטודנט מבית חנינא הואשם בתכנון פיגועי תופת ורעלים בהשראת דאעש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שר הביטחון הורה להרחיק פעילי שמאל מהאזור לקראת מסיק הזיתים</a:t>
            </a:r>
          </a:p>
        </p:txBody>
      </p:sp>
      <p:sp>
        <p:nvSpPr>
          <p:cNvPr id="53" name="Snip Single Corner Rectangle 52"/>
          <p:cNvSpPr/>
          <p:nvPr/>
        </p:nvSpPr>
        <p:spPr>
          <a:xfrm>
            <a:off x="411480" y="1024128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536191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1024128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624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1156716"/>
            <a:ext cx="512064" cy="512064"/>
          </a:xfrm>
          <a:prstGeom prst="rect">
            <a:avLst/>
          </a:prstGeom>
        </p:spPr>
      </p:pic>
      <p:sp>
        <p:nvSpPr>
          <p:cNvPr id="59" name="Parallelogram 58"/>
          <p:cNvSpPr/>
          <p:nvPr/>
        </p:nvSpPr>
        <p:spPr>
          <a:xfrm>
            <a:off x="612648" y="1165860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60" name="Picture 59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" y="1467612"/>
            <a:ext cx="310896" cy="2286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612648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90472" y="1115568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G A Z A   S T R I 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90472" y="1252728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90472" y="1572768"/>
            <a:ext cx="186537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1833372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חיסול מפקד חמאס בעיר עזה; מעצרי טרור בנגב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רצועת עזה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חיסל בעיר עזה את מחמד יאזגי, מפקד בחמאס שהחזיק בחטופים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נגב: 72 תושבי הנגב והדרום נעצרו השנה בחשד לטרור, בהם חוליה ממשגב שלום</a:t>
            </a:r>
          </a:p>
        </p:txBody>
      </p:sp>
      <p:sp>
        <p:nvSpPr>
          <p:cNvPr id="66" name="Snip Single Corner Rectangle 65"/>
          <p:cNvSpPr/>
          <p:nvPr/>
        </p:nvSpPr>
        <p:spPr>
          <a:xfrm>
            <a:off x="411480" y="3818077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0624" y="3868369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536191" y="3868369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818077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0624" y="4545025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47288" y="3950665"/>
            <a:ext cx="512064" cy="512064"/>
          </a:xfrm>
          <a:prstGeom prst="ellipse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29218" y="4032595"/>
            <a:ext cx="348203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31631" y="4032595"/>
            <a:ext cx="143377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3529218" y="4206697"/>
            <a:ext cx="34820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65062" y="4119646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65062" y="4293748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Parallelogram 76"/>
          <p:cNvSpPr/>
          <p:nvPr/>
        </p:nvSpPr>
        <p:spPr>
          <a:xfrm>
            <a:off x="612648" y="3959809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78" name="Picture 77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" y="4261561"/>
            <a:ext cx="310896" cy="2286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612648" y="4261561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35608" y="3909517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N T E R N A T I O N A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35608" y="4046677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4627321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תקיפת טילים על כלי שיט במפרץ, מול קטאר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כלי שיט נפגע מטילים רבים מול חופי קטאר; יש פצועים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6484297" y="1370352"/>
            <a:ext cx="1397830" cy="2379145"/>
          </a:xfrm>
          <a:prstGeom prst="line">
            <a:avLst/>
          </a:prstGeom>
          <a:ln w="1905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6068491" y="3139942"/>
            <a:ext cx="1813636" cy="2472188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306824" y="2352522"/>
            <a:ext cx="940998" cy="1274698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