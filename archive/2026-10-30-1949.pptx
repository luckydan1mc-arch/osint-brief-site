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30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301949OCT26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נערכת לחידוש התקיפות באיראן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מפקד פיקוד המרכז האמריקני הציג לטראמפ אפשרויות לתקיפה מחודשת באיראן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לפחות 10 מטוסי תובלה של צבא ארצות הברית נחתו בבסיסי עובדה ונבטים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 מעמידה לדין מבריחי נפץ של חיזבאללה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מערכת המשפט הצבאית האשימה מקורבי חיזבאללה בהברחת חומרי נפץ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חומרי הנפץ הוברחו במשאית בדהר אל-בידר, על כביש ביירות–דמשק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הריסת בתי מחבלי פיגוע צומת יהודה בחברון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כוחות הביטחון פוצצו בחברון את בתי שני מחבלי הפיגוע בצומת יהודה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תושבי השכונה בחברון פונו לפני הריסת בתי המחבלים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מעצר במילאנו והודאה בפשעי שנאה בארצות הברית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צעיר בן 22 בעל זיקה לנאציזם נעצר במילאנו בחשד לתכנון פיגועים בבתי כנסת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התוקף בצעדה למען החטופים בבולדר הודה ברצח ובפשעי שנאה נגד יהודים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