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00:25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110025OCT26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תקיפה חותית בריאד, איראן משמרת יכולת טילים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תימן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טיל בליסטי של החותים פגע בנמל התעופה בריאד והרג לפחות 12 בני אדם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לחדירה בגליל ותקיפה נגד פעיל בהכוונת איראן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חשד לחדירת כלי טיס עוין לערב אל-עראמשה הוביל לתגבור כוחות בצפון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אירוע ירי בודד בכביש 60 ליד קריית ארבע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שוטרים ירו בנהג רכב גנוב שפרץ מחסומים ליד קריית ארבע, והנהג נהרג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חיסול מפקד בגיהאד האסלאמי בצפון הרצועה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בצפון הרצועה מפקד במערך הנגד טנקים של הגיהאד האסלאמי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שוקלת מעורבות צבאית נגד החותים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הנשיא טראמפ שוקל להצטרף לתקיפות נגד החותים אחרי הפגיעה בנמל התעופה בריאד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עובדי מטען בפריז סירבו להעמיס משלוח צבאי של אלביט לטיסה לישראל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משלחת של חיל האוויר השתתפה לראשונה בתערוכה אווירית במרוקו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5970011" y="1626814"/>
            <a:ext cx="1912116" cy="2122683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