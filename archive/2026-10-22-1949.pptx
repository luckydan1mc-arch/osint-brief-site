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22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19:49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221949OCT26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היערכות לחידוש תקיפות באיראן; מתיחות בהורמוז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וישראל הכינו תוכניות לחידוש התקיפות באיראן בנובמבר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חיזבאללה מתארגן לפיגועים; ישראל פוגעת במימונו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חיזבאללה מגייס עבריינים מאמריקה הלטינית לפיגועים נגד יעדים ישראליים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אלימות מתנחלים נמשכת; המשטרה פועלת במעצרים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המשטרה עצרה 10 חשודים בתקיפות מתנחלים על פלסטינים ודיפלומטים אירופים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מתנחלים ממשיכים לתקוף חקלאים פלסטינים במסיק הזיתים וגונבים יבול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חמאס מאיים במתקפה נוספת; הצבא ממשיך לתקוף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בכירי חמאס העבירו לישראל מסר: ערוכים למתקפה נוספת כמו 7 באוקטובר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תקף רכב בעיר עזה ומבנה בנוציראת אחרי הודעת פינוי; 4 נהרגו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תקף יעד טרור בצפון רצועת עזה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איומים ותקיפות נגד יהודים בחוץ לארץ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אישה דקרה יהודי חסידי ברובע היהלומים במנהטן; נבדק מניע אנטישמי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באלבניה פורסמו במהלך מהומות קריאות לתקוף את בית הכנסת היחיד במדינה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889161" y="1665283"/>
            <a:ext cx="992966" cy="2084214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134145" y="2729602"/>
            <a:ext cx="1747982" cy="288252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