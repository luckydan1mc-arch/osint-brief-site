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14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141946OCT26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מגבירה תקיפות ספינות במצר הורמוז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החלה בטקטיקות תקיפה חדשות נגד ספינות בהורמוז, והתקיפות גברו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אוניית מכולות טבעה ליד מצר הורמוז; כל 21 אנשי הצוות פונו בשלום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ישראל מאיימת להרחיב את אזור הביטחון בלבנון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שר הביטחון: אם חזבאללה יצטרף לתקיפה איראנית, נבטיה תצורף לאזור הביטחון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איתר מטען מוכן ועמדת שהייה של חזבאללה בפאתי כפר שובא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מתגבר כוחות בגזרה בגלל ריבוי ההתרעות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ראש המטה הכללי הפעיל את אוגדה 98 לחיזוק הביטחון בגזרה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נהג פגע במאבטח במרחב אריאל ונמלט; חשודים נעצרו והסריקות נמשכות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אוגדה 99 סיימה את פעילותה בצפון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אוגדה 99 סיימה את פעילותה בצפון הרצועה; יותר מ-100 מחבלים חוסלו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נטרל כ-8 קילומטרים של מנהרות בצפון 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סוחרים בעזה שובתים בגלל סחיטה ואיומים של חמאס על סחורות שנכנסות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