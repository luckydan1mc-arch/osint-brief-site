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29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14:21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291421OCT26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תקיפות שיט בהורמוז והצעת שיחות לאיראן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מכלית הותקפה ובערה במצר הורמוז, ולפי איראן שלוש מכליות עלו על מוקשים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הציעה לאיראן במכתב לחדש מיד את השיחות, כולל על הגרעין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תוקף בלבנון, חיזבאללה מסרב להתפרק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תקף בדרום לבנון בערב 28 באוקטובר, לאחר התרעה לתושבי הגליל והגולן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מזכיר חיזבאללה נעים קאסם הודיע שהארגון לא יפרק את נשקו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תפיסת נשק במרחב ירושלים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המשטרה תפסה שני אקדחים ותחמושת בשועפאט ובבית חנינא בירושלים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אירוע חדש ביממה האחרונה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71016" y="3909517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71016" y="4046677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ספינה בשירות צים הוטבעה במתקפה בים השחור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ספינה בשירות צים הותקפה בכלי שיט בלתי מאוישים וטבעה מול בולגריה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כל 18 אנשי צוות הספינה חולצו, וזהות התוקפים טרם התבררה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איש עסקים ישראלי נמצא מת באדיס אבבה, והמשטרה עצרה חשודים בהרעלתו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אישה בניו יורק הואשמה בפשע שנאה לאחר שדקרה במזרק שני גברים יהודים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74875" y="1331882"/>
            <a:ext cx="1507252" cy="2417615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