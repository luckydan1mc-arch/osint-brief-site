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29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06:48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290648OCT26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המגעים להסכם תקועים, איראן לא מגמישה בגרעין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מכלית עלתה על מוקש ליד מצר הורמוז ועלתה באש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טהרן דחתה טיוטת הסכם קטרית לסיום המלחמה ואינה מגמישה בגרעין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אין דיווחים מהגזרה בעדכון זה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מבצעי מעצרים והרתעה נמשכים בשומרון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ומשמר הגבול פעלו בשמונה כפרים בשומרון והרסו 2 בתי מחבלים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8 מבוקשים נעצרו בשומרון ב-72 השעות האחרונות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ממשיך לחסל מפקדי חמאס ברצועה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בחאן יונס ובעיר עזה 3 מפקדים בחמאס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בין המחוסלים מפקד בכוח העילית של חמאס שפשט על מוצב סופה בטבח 7 באוקטובר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71016" y="3909517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71016" y="4046677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פיגוע בשגרירות ישראל בסרביה, כוננות מרבית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מחבל קטין תקף בסכינים שוטר שאבטח את שגרירות ישראל בבלגרד ונהרג מירי השוטר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שירותי הביטחון בסרביה הכירו את התוקף כמזוהה עם המדינה האסלאמית ועקבו אחריו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סרביה העלתה את הכוננות מפני טרור לדרגה הגבוהה ביותר לאחר הפיגוע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איש עסקים ישראלי נמצא מת באדיס אבבה, והמשטרה עצרה חשודים בהרעלתו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134145" y="2729602"/>
            <a:ext cx="1747982" cy="288252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776864" cy="1505514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