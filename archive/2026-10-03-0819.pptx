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3 באוקטובר 2026 · 08:19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030819OCT26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 תוקפת בהורמוז; וושינגטון שוקלת לתקוף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איראן משגרת מדי שבוע כ-30 רחפנים ו-10 טילים לעבר ספינות בהורמוז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דיווח: טראמפ שוקל לחדש תקיפות באיראן והפנטגון מתכנן תגבור ימי באזור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טרור פלסטיני ואלימות מתנחלים בבנימין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שני פלסטינים השליכו בקבוק תבערה לשער חווה ליד נחליאל, אין נפגעים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שלושה שוטרים נפצעו בעימות עם מתנחלים במצפה יריחו בעת מעצר חשוד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3312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64208" y="1090422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האמירויות: ניסיון ריסוק המטוס לישראל היה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משנה עומאני דקר את הקברניט וניסה לרסק מטוס נוסעים בדרכו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האמירויות הגדירו רשמית את ניסיון ריסוק המטוס לישראל כפעולת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הטייס הורחק מטיסות בעומאן ב-2024 בשל הקצנה; ההערכה היא שפעל לבד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בארצות הברית נעצר עובד אתר גרעין בחשד לרכש רכיבי רחפנים עבור המורדים בתימן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