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16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08:45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160845OCT26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חיסולים בתוך איראן, ארצות הברית מתגברת באזור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תת-אלוף במשמרות המהפכה וראש המודיעין שלהם בסראוואן חוסלו במארב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חזבאללה הונחה להיערך למלחמה, התקיפות נמשכות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איראן הנחתה את חזבאללה להיערך למלחמה, בציפייה לתקיפה אמריקנית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פיגוע מתוכנן במרכז הארץ סוכל במעצר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כוחות הביטחון עצרו פלסטיני שחצה את קו התפר ותכנן פיגוע במרכז הארץ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נהג פלסטיני פגע בנער ממאחז שניסה לחסום רכבים בצומת עטרת, לא פיגוע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תקיפה בצפון העיר עזה, כניסת סחורות הושעתה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תקיפה אווירית בצפון העיר עזה, הרוג וכמה פצועים לפי דיווח פלסטיני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מתאם הפעולות בשטחים השעה את כניסת סחורות המגזר הפרטי לרצועה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צרפת נכנסת להגנת סעודיה, חקירת פיגוע בטיסה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חקירת ניסיון הפיגוע בטיסה לישראל: שני טייסי משנה נוספים חשודים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צרפת התחילה בפעולות מבצעיות להגנה על סעודיה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ארגנטינה מעמידה לדין 7 איראנים על הפיגוע בקהילה היהודית ב-1994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068491" y="1383175"/>
            <a:ext cx="1813636" cy="2366322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