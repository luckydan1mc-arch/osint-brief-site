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9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12:48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091248OCT26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תוכנית תקיפה באיראן גובשה; לא לפני הבחירות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הפנטגון הציג לנשיא טראמפ תוכנית לתקיפה של שלושה ימים באיראן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טראמפ הודיע שארצות הברית לא תתקוף את איראן לפני בחירות האמצע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שלושה לוחמים נפצעו קל בתאונה בדרום 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שלושה לוחמי הצבא נפצעו קל בהתהפכות האמר במרחב הליטני, הצבא מתחקר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4840833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977993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298033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כתבי אישום על תכנון פיגועים והחזקת נשק גנוב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צעיר ממזרח ירושלים הואשם בתכנון פיגועי תופת בהשראת המדינה האסלאמית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עשרות מעצרי טרור בקרב תושבי הנגב השנה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נגב: 72 תושבי הנגב והדרום נעצרו מתחילת השנה בחשד למעורבות בטרור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נגב: חמישה תושבי שגב שלום שנעצרו תכננו להקים גדוד טרור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פריצה לבסיס אמריקני בבריטניה; לחימה באוקראינה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שני אזרחי לטביה פרצו לבסיס של חיל האוויר האמריקני בבריטניה ונעצרו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כשלושים נהרגו בתקיפה רוסית על שני אוטובוסים בקרמטורסק שבאוקראינה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מועמד לקונגרס בוויסקונסין נעצר בחשד לפשע שנאה לאחר שקילל ישראלי ובנו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177914" y="2421847"/>
            <a:ext cx="1704213" cy="3190283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245442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