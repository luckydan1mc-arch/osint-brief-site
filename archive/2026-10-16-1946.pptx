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16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161946OCT26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חיסול בכיר במשמרות המהפכה, איראן בכוננות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תת-אלוף חוסיין זריפי וראש מודיעין משמרות המהפכה בסראוואן חוסלו במארב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בכוננות מלאה ל-72 שעות לקראת תקיפה צבאית שמתוכננת נגדה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חזבאללה הונחה להיערך למלחמה, יירוטים בדרום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הנחתה את חזבאללה להיערך למלחמה לקראת תקיפה אמריקנית צפויה בה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שיגר מיירטים לעבר מטרה אווירית חשודה באזור פעילותו בדרום לבנון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חיכוכים אלימים במסיק הזיתים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פלסטינים יידו אבנים במטיילים ליד בית אריה ופצעו קל שניים מהם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ירה בחשוד שרץ לעבר הכוחות עם עצם חד בחיכוך במסיק זיתים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כניסת סחורות פרטיות לרצועה הושעתה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השעתה את כניסת סחורות המגזר הפרטי לרצועת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נציג מועצת השלום של טראמפ בעזה הגדיר את השעיית הסחורות לא מקובלת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חקירת ניסיון הפיגוע בטיסה לישראל מתרחבת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שני טייסי משנה מלדיביים חשודים בניסיון הפיגוע בטיסת פליי דובאי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האקרים מפיצים עשרות אלפי מסמכים עם פרטים אישיים של שוטרים וחיילים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ארגנטינה מעמידה לדין איראנים ופעיל חזבאללה על פיגוע בקהילה היהודית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20164" y="1575521"/>
            <a:ext cx="1561963" cy="2173976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