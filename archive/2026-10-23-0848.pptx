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23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08:48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230848OCT26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1115568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1252728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1572768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תוכניות לחידוש התקיפות באיראן ואיומי תגובה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וישראל הכינו תוכניות לחידוש התקיפות באיראן בתחילת נובמבר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איראן איימה לתקוף מתקני נפט ובינה מלאכותית במפרץ אם התקיפות יחודשו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978200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15360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35400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חיזבאללה מגייס עבריינים לפיגועים בעולם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חיזבאללה מגייס עבריינים מאמריקה הלטינית לפיגועים נגד ישראלים ויהודים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87967" y="4840833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87967" y="4977993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87967" y="5298033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פיגוע ירי בהר חברון, כתר על כפרים באזור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מחבלים ירו ליד צומת יהודה בהר חברון ופצעו 6 ישראלים, 2 מהם אנוש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הרג את 2 המחבלים והטיל כתר על כפרים באזור חברון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תקיפות נקודתיות של הצבא ברצועת עזה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תקף רכב בעיר עזה ומבנה בנוציראת, 4 נהרגו לפי הדיווחים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איומים ופגיעות ביהודים בארצות הברית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אישה דקרה יהודי חסיד במנהטן ונמלטה, המשטרה בודקת מניע אנטישמי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צעיר מיוטה הואשם באיום לפוצץ בית כנסת, בביתו נמצאו מטענים ורובים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רוסיה תקפה את קייב ב-21 טילים בליסטיים, 7 נהרגו באוקראינה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484297" y="1370352"/>
            <a:ext cx="1397830" cy="2379145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5959069" y="3614397"/>
            <a:ext cx="1923058" cy="1997733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940998" cy="127469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