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15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13:40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151340OCT26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 מסלימה נגד הספנות במצר הורמוז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אוניית GFS Pride טבעה בהורמוז, ומשמרות המהפכה תקפו בטילים ספינה נוספת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השמידה כלי שיט של תצפיתנים איראנים שאיתרו מטרות בהורמוז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תקיפות בדרום לבנון ואיום על נבטיה והליטאני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חיל האוויר תקף בלילה באל-מנצורי ובזבקין שבדרום 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שר הביטחון: הצטרפות חזבאללה לאיראן תצרף את נבטיה לאזור הביטחון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תגבור הכוחות ביהודה ושומרון ומעצרים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הפעיל את אוגדה 98 לחיזוק הביטחון בגזרה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פשט על אגודות צדקה של חמאס ברמאללה ובביתא ועצר חמישה אנשים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סיום פעילות אוגדה בצפון הרצועה, תקיפות נמשכות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אוגדה 99 סיימה לפעול בצפון הרצועה; יותר מ-100 מחבלים חוסלו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נטרל כ-8 קילומטרים של מנהרות בצפון הרצועה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תקיפה אווירית בצפון העיר עזה הרגה אדם ופצעה כמה אנשים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רכש מסוקים לצבא ותקיפה אוקראינית ברוסיה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ישראל רוכשת מארצות הברית 12 מסוקי אפאצ׳י שיסופקו לצבא בעשור הבא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רחפנים אוקראיניים פגעו בבית זיקוק ברוסיה, לראשונה מאז הפסקת האש האנרגטית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שולחת 600 חיילים לפנמה למלחמה בקרטלי הסמים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068491" y="1383175"/>
            <a:ext cx="1813636" cy="2366322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940998" cy="127469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