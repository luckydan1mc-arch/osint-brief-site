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2 באוקטובר 2026 · 08:18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020818OCT26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ארצות הברית מתגברת כוחות ומאיימת על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טראמפ טען שהטייס העומאני קשור לאיראן ואיים שאיראן תספוג מכה קשה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ארצות הברית שולחת לאזור נושאת מטוסים שלישית ויותר מ-2,000 נחתים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תקיפות נגד חיזבאללה בדרום לבנון נמשכות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דווח על תקיפות עזות באל-מנצורי שבאזור צור ובאזור נבטיה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תקף בחודש האחרון יותר מ-370 מטרות של חיזבאללה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התרעות לפיגועים ויידוי אבנים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התרעה על תכנון פיגוע ירי בטרמפיאדה בציר רמאללה–ירושלים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מבסס שליטה ב-63% משטח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שולט ב-63% משטח הרצועה והקים בה כ-40 מוצבים חדשים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לפי מקורות בעזה, כוח מיוחד חטף את פעיל חמאס אבו זינה באל-בורייג׳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דווח על הרוג ופצועים בתקיפת כלי טיס בלתי מאויש על אוהל בחאן יונס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ריסוק טיסת פליי דובאי נחקר כטרור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בכיר סעודי: ניסיון ריסוק טיסת פליי דובאי מתברר כפיגוע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בכיר ישראלי: כרגע נשלל קשר בין הטייס העומאני לאיראן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 תשלח צוות לחקור את הטייס באבו דאבי ותחמיר את הבדיקות של טייסים זרים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כוחות הביטחון הסעודיים עצרו אדם עם חומרי נפץ במסגד הגדול במכה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