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21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211252OCT26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מתגברת כוחות מול 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שולחת נושאת מטוסים שלישית ומארינס; שר המלחמה ביקר בישראל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24 ספינות הותקפו במצר הורמוז, ו-2 מכליות עלו על מוקשים ועלו באש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פועל בדרום לבנון; חיזבאללה מתעצם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השמיד יותר מ-540 תשתיות טרור בארבעה כפרים בדרום 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הצבא: צבא לבנון לא מונע מחיזבאללה להתעצם; שיחות בתיווך אמריקני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אירועי הצתה ועימות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המשטרה חוקרת הצתת מבנה בבורקא ועימות בעין יברוד שבו נפצעו 2 פלסטינים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ממשיך בחיסולים ממוקדים ברצועת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בג׳באליה את תאמר אלצבאע׳ מהחוליה שחטפה ורצחה את שני לוק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מחבל נוח׳בה שתכנן פיגוע שבו נהרגו 4 לוחמי טנק מגדוד 52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הנחיות ביטחון לטיסות ותקיפה אנטישמית בלונדון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ארקיע עצרה מכירת כרטיסים למרקש שבמרוקו בהנחיית גורמי הביטחון בישראל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גבר הואשם בתקיפת 3 נשים יהודיות בלונדון, והמשטרה חוקרת זאת כפשע שנאה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