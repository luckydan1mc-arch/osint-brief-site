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1 באוקטובר 2026 · 11:33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011133OCT26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54312" y="1090422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 חשודה בפיגועים ומאוימת בתגובה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בריטניה חושדת באיראן בפיגוע שסוכל בבסיס פיירפורד, טראמפ מאיים בתגובה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נבדק קשר איראני לפיגוע בטיסה לישראל, בכיר: אם כן איראן תשלם ביוקר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תקיפות אוויר מתמשכות נגד חיזבאללה בדרום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חיל האוויר תקף הלילה כמה פעמים בדרום 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חיל האוויר תקף בחודש האחרון יותר מ-370 מטרות של חיזבאללה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0264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281160" y="4815687"/>
            <a:ext cx="1819655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אלימות ופרעות ביהודה ושומרון, הנשיא מגנה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הנשיא הרצוג ביקר בבסיס צבאי אחרי פרעות וגינה את האלימות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464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37360" y="1090422"/>
            <a:ext cx="174650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חיסולים ותקיפות ברצועה, אזעקות בבסיסים בירדן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ירדן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אזעקות הופעלו פעמיים בירדן, לפי דיווח בבסיסים אמריקניים, הפרטים בבדיקה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חיסל בתקיפה אווירית בעיר עזה מפקד מחלקה בזרוע הצבאית של חמאס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חיסל בדרום הרצועה מחבל חמאס שפשט על ישראל ב-7 באוקטובר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פיגוע בטיסה לישראל, הידוק בדיקות טייסים זרים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טייס משנה עומאני דקר קברניט בטיסה לישראל, נוסעים ישראלים השתלטו עליו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בריטניה מזהה מעורבות איראנית בפיגוע שסוכל בפיירפורד, ישראל התריעה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ישראל תחמיר את בדיקות הטייסים הזרים, הסעודים לא משתפים בכל המידע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ישראלי נרצח באי קופנגן בתאילנד, נבדק אם הרצח על רקע לאומני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