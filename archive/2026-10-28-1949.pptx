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28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281949OCT26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איום איראני על אנשי ארצות הברית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שינתה סגל בנציגויותיה באזור בשל איום איראני על אנשיה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אין סימן שאיראן שיקמה מתקני גרעין שהותקפו, אך היא מונעת כניסת פקחים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לא דווח אירוע חדש בגזרה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מעצר חשוד בתכנון פיגוע בדרום הר חברון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והמשטרה עצרו בדרום הר חברון תושב שאמר שבכוונתו לבצע פיגוע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דקירה בשגרירות ישראל בבלגרד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קטין תקף בסכינים שוטר שאבטח את שגרירות ישראל בבלגרד ונהרג מירי השוטר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סרביה, התוקף מזוהה עם המדינה האסלאמית ושירותי הביטחון עקבו אחריו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סרביה הגדירה את התקיפה פיגוע טרור והעלתה כוננות לדרגה הגבוהה ביותר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