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10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06:46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100646OCT26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 מאיימת על השיט באזור מצר הורמוז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משמרות המהפכה מאיימים להעניש כלי שיט שיפר את הכללים מחוץ למצר הורמוז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תוקף מחבלים בהכוונת איראן בגבול סוריה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תקף מהאוויר בגבול סוריה-לבנון את יוסף אלחסון, מחבל בהכוונת 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אלחסון קידם שיגורי רחפני נפץ ורקטות נגד כוחות הצבא בדרום סוריה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4840833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977993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298033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חשיפת טיל גנוב ואירועי אלימות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כתב אישום נגד פלסטיני ושני תושבי שפרעם שהחזיקו טיל מטאדור גנוב מהצבא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משמיד מחסני נשק של חמאס ברצועת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ושירות הביטחון הכללי השמידו 4 מחסני נשק של חמאס והג׳יהאד האסלאמי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ניסיון לרסק מטוס בנמל התעופה בן גוריון נחשף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טייס משנה של פליי דובאי התכוון לרסק את המטוס בנמל התעופה בן גוריון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חקירה באמירויות: הטייס החשוד עבר הקצנה באוסטרליה וטס בעבר פעמיים לישראל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בפריז סירבו עובדי מטען להעמיס משלוח צבאי של אלביט לטיסת אל על לישראל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746912" y="1575521"/>
            <a:ext cx="1135215" cy="2173976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