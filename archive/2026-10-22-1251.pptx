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22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221251OCT26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מכליות נפגעו בהורמוז; ארצות הברית מדללת כוחות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משמרות המהפכה טוענים כי 7 מכליות נפגעו בלילה במצר 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דיווחים חדשים מהגזרה בסקירה זו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לפיגוע דריסה; אלימות מתנחלים במסיק נמשכת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אדם נפצע קל בחשד לפיגוע דריסה ליד רמת מגרון; הרכב נעצר ליד עפרה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חמאס מאיים בחזרה על מתקפת 7 באוקטובר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בכירי חמאס העבירו לישראל מסר שהם ערוכים למתקפה נוספת כמו 7 באוקטובר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ברצועה מחבל שהשתתף בתכנון פיגוע שבו נהרגו 4 לוחמי טנק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איומים על יהודים וישראלים מחוץ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ארקיע עצרה מכירת כרטיסים למרקש שבמרוקו בהנחיית גורמי הביטחון בישראל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באלבניה פורסמו במהלך מהומות קריאות לתקוף את בית הכנסת היחיד במדינה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יהודי חסיד נדקר בגבו במנהטן בניו יורק; המשטרה בודקת חשד לתקיפה אנטישמית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