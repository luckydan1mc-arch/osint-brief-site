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30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12:51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301251OCT26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פיצוץ קטלני במחסן בצפון-מערב סוריה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סוריה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לפחות 4 בני אדם נהרגו בפיצוץ במחסן בצפון-מערב סוריה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נערך להריסת בתי מחבלים בחברון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מפנה אלפי פלסטינים בחברון לקראת הריסת בתי המחבלים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המחבלים ביצעו בשבוע שעבר פיגוע שבו נהרגו שני לוחמי הצבא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תקיפה קטלנית של הצבא במרכז 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לפי דיווח, שני הרוגים בתקיפת הצבא על רכב במחנה הפליטים אל-מע׳אזי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71016" y="3909517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71016" y="4046677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ספינה בשירות צים טבעה בים השחור אחרי פגיעה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ספינת מכולות בשירות צים בדרך מחיפה לרומניה טבעה בים השחור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לפי צים הספינה נפגעה מכלי טיס מתאבד; כל 18 אנשי הצוות חולצו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איטליה עצרה במילאנו בן 22 שחשוד בתכנון פיגועים בבית כנסת ובמסגד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