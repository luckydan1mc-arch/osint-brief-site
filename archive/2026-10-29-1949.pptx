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29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19:49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291949OCT26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חיכוך איראני-אמריקני בהורמוז, לחימה בתימן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משמרות המהפכה טוענים שיירטו רחפן אמריקני במזרח מצר הורמוז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תקף בדרום לבנון; פיצוץ בצפון סוריה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תקף בדרום לבנון אחרי התראה מראש לתושבי הגליל והגולן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סיכול תשתיות ונשק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אטם בבטון שני פירים שאותרו בקלקיליה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המשטרה תפסה 2 אקדחים ותחמושת בשועפאט ובבית חנינא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תקף רכב במרכז רצועת עזה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שני הרוגים בתקיפת הצבא על רכב במחנה הפליטים אל-מע׳אזי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71016" y="3909517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71016" y="4046677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ספינה בשירות צים הוטבעה בים השחור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ספינת צים מחיפה לרומניה טבעה בים השחור מפגיעת כלי שיט בלתי מאוישים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תוקפי ספינת צים לא זוהו, הפגיעה ככל הנראה קשורה למלחמת רוסיה-אוקראינה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כל 18 אנשי צוות ספינת צים חולצו, 421 מכולות טבעו ובהן חומרים מסוכנים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צפון קוריאה שיגרה כתריסר טילים בליסטיים לטווח קצר לים יפן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20164" y="1575521"/>
            <a:ext cx="1561963" cy="2173976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882473" y="2614194"/>
            <a:ext cx="1999654" cy="2997936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75344" cy="1364460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