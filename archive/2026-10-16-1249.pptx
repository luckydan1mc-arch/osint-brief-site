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161249OCT26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חיסולים באיראן, כוננות לקראת תקיפה אמריקנית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תת-אלוף חוסיין זריפי וראש מודיעין משמרות המהפכה בסראוואן חוסלו במארב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חזבאללה הונחה להיערך למלחמה; ירי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חזבאללה להיערך למלחמה לקראת תקיפה אמריקנית באיראן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סוכל פיגוע במרכז הארץ; מצוד אחר חמוש בקו התפר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עצרו פלסטיני שחצה את קו התפר ותכנן פיגוע במרכז הארץ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השעיית כניסת סחורות פרטיות לרצועת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השעתה את כניסת סחורות המגזר הפרטי לרצועת עזה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חקירת פיגוע הטיסה מתרחבת; צרפת מגינה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טייסי משנה מלדיביים חשודים בתיאום ניסיון פיגוע בטיסה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החלה בפעולות מבצעיות להגנה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ארגנטינה מעמידה לדין איראנים ואיש חזבאללה על פיגוע הקהילה היהודית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