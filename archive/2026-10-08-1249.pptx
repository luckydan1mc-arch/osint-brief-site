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8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081249OCT26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נערכת לחידוש לחימה רחבה באיראן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צבא ארצות הברית הונחה להשלים היערכות לחידוש לחימה רחבה באיראן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 מממנת את חיזבאללה; מיירט שוגר בצפון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העבירה לחיזבאללה 200 מיליון דולר, הסיוע הראשון מאז המלחמה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שיגר מיירט למטרת שווא בדרום לבנון, לא טיל לעבר אצבע הגליל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תכנון פיגועי תופת וחיכוך אלים בשומרון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צעיר מבית חנינא בירושלים הואשם בתכנון פיגועי תופת בהשראת דאעש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ישראלי נפצע מאבנים בבזאריה שבשומרון, מחבל נוטרל וחשודים נעצרו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אין אירוע חדש בגזרה ב-24 השעות האחרונות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לא דווח על אירוע חדש ב-24 השעות האחרונות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פגיעה בשיט במפרץ ומעצר איראניות בנמיביה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כלי שיט נפגע מטילים רבים מול חופי קטאר, ויש פצועים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שתי איראניות שהתחזו לישראליות בדרכונים מזויפים נעצרו בנמיביה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רוסיה ביצעה פעולות חבלה נגד חברות ביטחוניות בדנמרק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