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24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240849OCT26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לא דווחו אירועים בגזרה בעדכון זה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מצמצמת את נוכחותה בביירות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צמצמה את סגל שגרירותה בביירות, כנראה עובדים לא חיוניים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פיצוץ במחסן בצפון-מערב סוריה הרג לפחות 4 בני אדם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מבצע הצבא בחברון נמשך אחרי פיגוע הירי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חוליית חמאס מחברון הרגה שני לוחמים בפיגוע ירי במחסום ליד צומת יהודה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פתח במבצע שאגת יהודה בחברון; כתר על העיר ועל חלחול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ירי בכנסייה בירדן; מצוד אחרי היורים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חמושים ירו על לוויה בכנסייה בכרכ שבדרום ירדן: 7 הרוגים ו-34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ממשלת ירדן הגדירה את הירי פיגוע של אסלאם קיצוני; כוחות הביטחון במצוד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גל מהומות צפוי בצרפת, אזהרה לישראלים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מציבה 70 אלף שוטרים מול גל מהומות; ישראלים הונחו לנקוט זהירות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ניסה לפרוץ באלה לבית כנסת בלונג איילנד שבניו יורק ולהצית שלט; נעצר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חמוש ירה מרכב במערב פריז, הרג אדם ופצע 5; מקרון כינה זאת טרור גזעני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