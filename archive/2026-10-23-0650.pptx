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23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230650OCT26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תוכניות לחידוש תקיפות באיראן, טרם הוחלט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וישראל הכינו תוכניות לחידוש התקיפות באיראן בנובמבר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חיזבאללה מגייס לפיגועים; פירוק נשקו במחלוקת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חיזבאללה מגייס עבריינים מאמריקה הלטינית לפיגועים נגד ישראלים ויהודים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חיכוך ביהודה ושומרון בעונת המסיק, בלי פיגוע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אזרח ישראלי ירה לעבר חמוש ליד חומש; לפי התחקיר אין זה פיגוע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סיכולים ממוקדים ותקיפות נמשכים ברצועה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בחאן יונס את רמדאן דיאב, ראש ועדת ההתנגדות העממית בעיר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ועדת ההתנגדות העממית מקושרת לחמאס ולאיראן והשתתפה בטבח 7 באוקטובר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רכב בעיר עזה ומבנה בנוציראת אחרי הודעת פינוי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מדינות המערב מוציאות דיפלומטים מהמפרץ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הברית, בריטניה וגרמניה מוציאות דיפלומטים ממדינות המפרץ ומירדן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אישה דקרה חסיד יהודי במנהטן ונמלטה; המשטרה בודקת מניע אנטישמי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רוסיה דחתה את טענות ראש הממשלה שהיא מסייעת לאיראן ופועלת נגד ישראל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889161" y="1665283"/>
            <a:ext cx="992966" cy="2084214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34145" y="2729602"/>
            <a:ext cx="1747982" cy="288252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776864" cy="1505514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