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22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220849OCT26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מצמצמת נוכחות מול איום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משמרות המהפכה טוענים ש-7 ספינות נפגעו בלילה במפרץ ובמצר הורמוז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מפנה עובדי שגרירות מסעודיה ומצמצמת כוחות במזרח התיכון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דיווחים בסקירה הנוכחית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לדריסה והצתת קבר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חשד לפיגוע דריסה ליד רמת מגרון: אדם נפצע קל, הרכב נעצר בעפרה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קבר אלעזר הכהן בעוורתא הוצת, החשודים נמלטו והמשטרה חוקרת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חמאס מאיים במתקפה נוספת כמו 7 באוקטובר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בכירי חמאס העבירו לישראל מסר שהם ערוכים למתקפה כמו 7 באוקטובר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מחבל נוח׳בה שהשתתף בתכנון פיגוע שבו נהרגו 4 לוחמי צוות טנק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מהומות באירופה, איום על בית הכנסת באלבניה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באלבניה פורסמו במהלך המהומות קריאות לתקוף את בית הכנסת היחיד במדינה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איטליה תציב 500 צנחנים במילאנו ובודקת אם סוכנים רוסים ליבו את המהומות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אסרה הפגנות בחלקים מפריז והאריכה עוצר לילי, יותר מ-2,500 נעצרו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