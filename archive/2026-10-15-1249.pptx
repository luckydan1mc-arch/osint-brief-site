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15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151249OCT26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התקיפות על ספינות במצר הורמוז נמשכות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אונייה טבעה בהורמוז וספינה נוספת בוערת אחרי ירי טילי משמרות המהפכה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השמיד כלי שיט איראניים שאספו מודיעין על מטרות בהורמוז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בדרום לבנון ואיום להרחבת אזור הביטחון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הביטחון: אם חזבאללה יצטרף לתקיפה איראנית, נבטיה תצורף לאזור הביטחון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כוחות ומעצרים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המטה הכללי הפעיל את אוגדה 98 לחיזוק הביטחון בגזרה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פשט על אגודות צדקה של חמאס ברמאללה ובביתא ועצר חמישה חשודים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סיים את פעילותו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אוגדה 99 סיימה את פעילותה בצפון הרצועה, יותר מ-100 מחבלים 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נטרל כ-8 קילומטרים של מנהרות בצפון הרצועה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רכש מסוקי קרב ותקיפה אוקראינית ברוסיה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וארצות הברית חתמו על עסקה לרכישת 12 מסוקי קרב אפאצ׳י לצבא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רחפנים אוקראיניים פגעו בבית זיקוק ברוסיה, לראשונה מאז הפסקת האש באנרגיה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