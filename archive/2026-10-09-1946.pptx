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9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19:46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091946OCT26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תוכנית אמריקנית לתקיפה באיראן, איום בהורמוז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הפנטגון הציג לטראמפ תוכנית לתקיפה בת שלושה ימים באיראן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שלושה לוחמים נפצעו קל בתאונה בדרום 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שלושה לוחמים נפצעו קל בהתהפכות רכב צבאי במרחב הליטני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טיל צבאי גנוב ואלימות פורעים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כתב אישום נגד שוהה בלתי חוקי ושני תושבי שפרעם שהחזיקו טיל גנוב מהצבא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השמיד מחסני נשק של ארגוני הטרור ברצועה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השמיד ארבעה מחסני נשק של חמאס והג׳יהאד האסלאמי ברחבי הרצועה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71016" y="3909517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71016" y="4046677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נחשפה מזימה לרסק מטוס בנמל התעופה בן גוריון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טייס משנה עומאני בפליי דובאי תכנן לרסק את המטוס בנמל התעופה בן גוריון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לונדון: שני חשודים במעקב אחר שגרירות ישראל בשליחות איראן כפרו באשמה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מועמד לקונגרס בויסקונסין נעצר בחשד לפשע שנאה אחרי שקילל ישראלי ובנו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