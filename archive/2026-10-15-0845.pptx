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15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08:45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150845OCT26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7" y="1115568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7" y="1252728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1572768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הסלמה ימית במצר הורמוז מול איראן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8102E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אוניית מכולות סינגפורית טבעה ליד מצר הורמוז לאחר פגיעה, הצוות פונה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צבא ארצות הברית השמיד כלי שיט איראניים שאספו מודיעין על מטרות בהורמוז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2978200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3115360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7424" y="3435400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איום בהרחבת אזור הביטחון בדרום לבנון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שר הביטחון: אם חזבאללה יצטרף לתקיפה איראנית, נבטיה תצורף לאזור ביטחון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איתר מטען מוכן ועמדת שהייה של חזבאללה בפאתי כפר שובא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07424" y="4840833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07424" y="4977993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07424" y="5298033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תגבור הכוחות ביהודה ושומרון והידוק הביטחון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ראש המטה הכללי הפעיל את אוגדה 98 לחיזוק הביטחון ביהודה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נהג פגע במאבטח במרחב אריאל ונמלט, כמה חשודים נעצרו והסריקות נמשכות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35608" y="1115568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35608" y="1252728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35608" y="1572768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הצבא סיים פעילות אוגדה בצפון רצועת עזה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אוגדה 99 סיימה פעילות בצפון רצועת עזה, יותר מ-100 מחבלים חוסלו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נטרל כשמונה קילומטרים של מנהרות בצפון 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סוחרים בעזה שובתים בשל סחיטה ואיומים של חמאס על סחורות שנכנסות לרצועה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35608" y="3909517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35608" y="4046677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חיזוק יכולות האוויר של הצבא בטווח הארוך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ישראל רכשה מארצות הברית 12 מסוקי קרב אפאצ׳י לצבא, לאספקה בתחילת העשור הבא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374875" y="1331882"/>
            <a:ext cx="1507252" cy="2417615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6068491" y="3139942"/>
            <a:ext cx="1813636" cy="2472188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886286" cy="1402929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