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101248OCT26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משמרות המהפכה מאיימות על השיט במצר הורמוז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משמרות המהפכה מאיימות להעניש כל כלי שיט שיפר את הכללים בהורמוז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ספינה נפגעה סמוך לחופי איחוד האמירויות, פרטים נוספים לא נמסרו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4272" y="2978200"/>
            <a:ext cx="1938527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3115360"/>
            <a:ext cx="1938527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3435400"/>
            <a:ext cx="193852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פועל נגד שיגורים מגבול סוריה-לבנון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בחוש א-סייד עלי מחבל סורי בהכוונת איראן, 6 נפגעים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המחבל אלחסון קידם שיגורי רחפני נפץ ורקטות נגד הצבא בדרום סוריה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טיל גנוב מהצבא בידי שוהה בלתי חוקי ושותפיו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שוהה בלתי חוקי ושני תושבי שפרעם הואשמו בהחזקת טיל גנוב מהצבא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פורעים יהודים גירשו פלסטיני ובנו מרכבם בעברוד וגנבו אותו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אין אירוע חדש בגזרה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התנכלות לישראל באירופה: חרם מטען ומעקב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חשודים במעקב אחרי שגרירות ישראל בלונדון בשליחות איראן כפרו באשמה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עובדי מטען בפריז סירבו להעמיס משלוח צבאי של אלביט לטיסת אל על לישראל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889161" y="1665283"/>
            <a:ext cx="992966" cy="2084214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