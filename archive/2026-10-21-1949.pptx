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211949OCT26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תגבור אמריקני, ופגיעה במכליות במצר הורמוז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שולחת לאזור נושאת מטוסים שלישית וכ-10,000 חיילים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עוד מכליות נפגעו במצר הורמוז, ולטענת איראן שתיים עלו על מוקשים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חיזבאללה מתעצם, ונפתחו שיחות עם צבא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לפי הצבא, צבא לבנון לא מונע מחיזבאללה להתעצם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משלחות הצבא וצבא לבנון נפגשו בפלורידה לשיחות בתיווך ארצות הברית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לפיגוע דריסה בבנימין, הרכב נעצר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אדם נפצע קל בחשד לפיגוע דריסה ליד רמת מגרון, והרכב נעצר ליד עפרה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עיכב ליד ביתר עילית כ-90 מתנדבים שליוו מסיק זיתים לא מתואם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החוליה שרצחה את שני לוק חוסלה כמעט כולה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בג׳באליה את תאמר אלצבאע׳, מהחוליה שחטפה ורצחה את שני לוק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ארבעה מחמשת חברי החוליה שרצחה את שני לוק חוסלו, והחמישי עצור בישראל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התראה ביטחונית על מרוקו, תקיפת יהודיות בלונדון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ארקיע עצרה את מכירת הכרטיסים לטיסות למרקש בהנחיית גורמי הביטחון בישראל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גבר בלונדון הואשם בתקיפת שלוש נשים יהודיות, והתקיפה נחקרת כפשע שנאה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אלבניה: יום שביעי של מהומות נגד הממשלה, כ-300 פצועים ומבני ממשלה הוצתו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סודן: יותר מ-300 הרוגים בתקיפות כלי טיס בלתי מאוישים של צבא סודן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