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24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241252OCT26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איום איראני מתקדם על אנשי ממשל אמריקנים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מפנה עובדים מסעודיה מחשש לפגיעה איראנית באנשיה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מצמצמת את נוכחותה בלבנון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פינתה עובדים לא חיוניים משגרירותה בביירות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מבצע בחברון והיערכות לסגר על 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פתח במבצע בחברון, משם יצאו מחבלי חמאס שהרגו שני לוחמים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ראש הממשלה ושר הביטחון הנחו את הצבא להיערך לסגר מלא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אבטחה מוגברת בירדן אחרי פיגוע בכנסייה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האבטחה בירדן הוגברה אחרי הפיגוע בכנסייה בכרכ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מלך ירדן הבטיח תגובה קשה ביותר לפיגוע בכנסייה בכרכ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ניסיון פגיעה בבית כנסת ומהומות באירופה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נעצר אדם שניסה לפרוץ בכוח לבית כנסת בלונג איילנד ולהצית שלט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עובד קבלן של סוכנות הביון האמריקנית חשוד בהדלפת מידע על 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צרפת מציבה 70 אלף שוטרים מול גל מהומות, ישראלים הונחו להיזהר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