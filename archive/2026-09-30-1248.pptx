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30 בספטמבר 2026 · 12:48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301248SEP26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34856" y="1090422"/>
            <a:ext cx="19659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חשד למעורבות איראנית בפיגוע; הכוננות הועלתה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ישראל בודקת מעורבות איראנית בניסיון הפיגוע במטוס ומאיימת במחיר כבד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סוריה סיכלה הכנות חיזבאללה לשיגור רקטות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סוריה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סוריה עצרה חוליית חיזבאללה שהכינה משגרי רקטות באגן הירמוך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0264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281160" y="4815687"/>
            <a:ext cx="1819655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אין אירוע חדש ביממה האחרונה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3312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664208" y="1090422"/>
            <a:ext cx="1819655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מודיעין ממעצר בכיר חמאס הוביל לחיסולים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מעצר בכיר בחמאס ברצועה הניב מודיעין שאפשר את חיסול בכירי הארגון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התרעת ירי רקטות בנחל עוז שבעוטף עזה התבררה כזיהוי שווא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ניסיון פיגוע במטוס לישראל; החקירה נמשכת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טייס המשנה בטיסת פליי דובאי לישראל דקר את הקברניט וניסה לרסק את המטוס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הצוות והנוסעים השתלטו על טייס המשנה, והמטוס נחת בטאבוק שבסעודיה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גורמי הביטחון בישראל מעריכים יותר ויותר שמדובר בפיגוע ולא בריב טייסים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טיסות פליי דובאי בנמל התעופה בן גוריון מופנות לבדיקה בנקודה מבודדת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670316" y="1665283"/>
            <a:ext cx="1211811" cy="2084214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