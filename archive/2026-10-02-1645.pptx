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28055" y="219456"/>
            <a:ext cx="58521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26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200"/>
              </a:spcBef>
            </a:pPr>
            <a:r>
              <a:rPr sz="12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2 באוקטובר 2026 · 16:45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682581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786384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DTG 021645OCT26   ·   WGS84 / GEOGRAPHIC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914400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28431" y="1024128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79" y="1143000"/>
            <a:ext cx="420624" cy="31546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155679" y="1143000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0" y="1177289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2" name="Picture 11" descr="homefro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0" y="1172717"/>
            <a:ext cx="256032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34856" y="1090422"/>
            <a:ext cx="1965959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554480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THEATRE · IRAN / IRAQ / YEMEN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55448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792224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איראן תוקפת ספינות בהורמוז מדי שבוע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משגרת מדי שבוע כ-30 רחפנים ו-10 טילים לעבר ספינות במצר הורמוז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2886760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79" y="3005632"/>
            <a:ext cx="420624" cy="31546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1155679" y="3005632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9335" y="3005632"/>
            <a:ext cx="420624" cy="315468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0689335" y="3005632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0" y="3039922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23" name="Picture 22" descr="nort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3416" y="3035350"/>
            <a:ext cx="256032" cy="25603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354312" y="2953054"/>
            <a:ext cx="1280159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417112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N · LEBANON / SYRIA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417112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654856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הצבא ממשיך לתקוף בדרום לבנון</a:t>
            </a:r>
          </a:p>
          <a:p>
            <a:pPr algn="r" rtl="1">
              <a:lnSpc>
                <a:spcPct val="82000"/>
              </a:lnSpc>
              <a:spcBef>
                <a:spcPts val="3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82000"/>
              </a:lnSpc>
              <a:spcBef>
                <a:spcPts val="1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הצבא תקף היום באל-מנצורי שבמחוז צור בדרום לבנון</a:t>
            </a:r>
          </a:p>
          <a:p>
            <a:pPr algn="r" rtl="1">
              <a:lnSpc>
                <a:spcPct val="82000"/>
              </a:lnSpc>
              <a:spcBef>
                <a:spcPts val="3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סוריה</a:t>
            </a:r>
          </a:p>
          <a:p>
            <a:pPr algn="r" rtl="1" marL="160654" indent="-160654">
              <a:lnSpc>
                <a:spcPct val="82000"/>
              </a:lnSpc>
              <a:spcBef>
                <a:spcPts val="1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נציגי א-שרע דרשו מחיזבאללה לעצור הברחות נשק, ללא הסכם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28431" y="4749393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p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55679" y="4868265"/>
            <a:ext cx="420624" cy="315468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11155679" y="4868265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0" y="4902555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centr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3416" y="4897983"/>
            <a:ext cx="256032" cy="25603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354312" y="4815687"/>
            <a:ext cx="1746503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279745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C · WEST BANK / EAST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279745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517489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התרעות לפיגועים וחיכוך ביהודה ושומרון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התרעה על פיגוע ירי מתוכנן בטרמפיאדה בציר רמאללה–ירושלים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יהודי נפצע קל מיידוי אבנים ליד יצהר שבשומרון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1024128"/>
            <a:ext cx="3749039" cy="2656789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p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38728" y="1143000"/>
            <a:ext cx="420624" cy="315468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3538728" y="1143000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2648" y="1177289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1" name="Picture 40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26464" y="1172717"/>
            <a:ext cx="256032" cy="25603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737360" y="1090422"/>
            <a:ext cx="174650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1554480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 · GAZA / EGYPT / JORDAN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" y="155448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" y="1792224"/>
            <a:ext cx="3346703" cy="1815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הצבא שולט ב-63% מהרצועה ותוקף מהאוויר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הצבא שולט ב-63% משטח הרצועה והקים כ-40 מוצבים חדשים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הרוג ופצועים בתקיפת רחפן במערב העיר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הרוג ופצועים בתקיפת רחפן על אוהל בדרום-מערב חאן יונס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1480" y="3818077"/>
            <a:ext cx="3749039" cy="2656789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38728" y="3936949"/>
            <a:ext cx="420624" cy="31546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3538728" y="3936949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12648" y="3971239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63040" y="3884371"/>
            <a:ext cx="20208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4348429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GLOBAL · SECURITY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" y="4586173"/>
            <a:ext cx="3346703" cy="1815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ניסיון ריסוק הטיסה לישראל הוגדר כטרור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האמירויות הגדירו כטרור את ניסיון טייס עומאני לרסק טיסה מדובאי לישראל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נתניהו: אם מישהו שלח את הטייס, מי ששלח אותו ישלם מחיר כבד מאוד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אישורי הנחיתה לטיסות החילוץ מדובאי בוטלו בלילה ואושרו מחדש בבוקר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כוחות הביטחון הסעודיים עצרו אדם עם חומרי נפץ במסגד הגדול במכה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6068491" y="1383175"/>
            <a:ext cx="1813636" cy="2366322"/>
          </a:xfrm>
          <a:prstGeom prst="line">
            <a:avLst/>
          </a:prstGeom>
          <a:ln w="1905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6068491" y="3139942"/>
            <a:ext cx="1813636" cy="2472188"/>
          </a:xfrm>
          <a:prstGeom prst="line">
            <a:avLst/>
          </a:prstGeom>
          <a:ln w="1905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306824" y="2352522"/>
            <a:ext cx="940998" cy="1274698"/>
          </a:xfrm>
          <a:prstGeom prst="line">
            <a:avLst/>
          </a:prstGeom>
          <a:ln w="1905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