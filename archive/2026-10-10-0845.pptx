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100845OCT26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מאיימת על השיט ומפעילה מחבלים נגד הצבא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מאיימים להעניש כלי שיט שיפרו את כללי מצר 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סיכול איום שיגורים בהכוונת איראן נגד הצבא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מהאוויר בגבול סוריה-לבנון מחבל סורי שפעל בהכוונת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המחבל קידם שיגורי רחפני נפץ ורקטות נגד הצבא בדרום סוריה, וסוכלו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טיל שנגנב מהצבא הגיע לידי שוהה בלתי חוקי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שוהה בלתי חוקי ושני תושבי שפרעם הואשמו בהחזקת טיל מטאדור גנוב מהצבא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שוטרים ירו בנהג רכב גנוב שפרץ מחסומים בכביש 60 והוא נהרג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בתשתיות הנשק של חמאס והג׳יהאד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השמיד ארבעה מחסני נשק של חמאס והג׳יהאד האסלאמי ברחבי הרצועה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ניסיון ריסוק מטוס בנמל התעופה בן גוריון נחשף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האמירויות אישרו שטייס עומאני ניסה לרסק מטוס בנמל התעופה בן גוריון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הטייס החשוד עבר הקצנה במסגד באוסטרליה וטס בעבר פעמיים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בלונדון כפרו באשמה שני חשודים במעקב אחר שגרירות ישראל בשליחות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בפריז סירבו עובדי מטען להעמיס משלוח צבאי של אלביט לטיסת אל על לישראל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889161" y="1665283"/>
            <a:ext cx="992966" cy="2084214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