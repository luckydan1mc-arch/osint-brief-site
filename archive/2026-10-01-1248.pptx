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28055" y="219456"/>
            <a:ext cx="58521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6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200"/>
              </a:spcBef>
            </a:pPr>
            <a:r>
              <a:rPr sz="12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1 באוקטובר 2026 · 12:48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682581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786384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DTG 011248OCT26   ·   WGS84 / GEOGRAPHIC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14400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8431" y="1024128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79" y="1143000"/>
            <a:ext cx="420624" cy="3154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155679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1177289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12" name="Picture 11" descr="homefro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416" y="1172717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54312" y="1090422"/>
            <a:ext cx="1746503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THEATRE · IRAN / IRAQ / YEMEN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92224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חשד למעורבות איראנית בפיגועים, איום בתגובה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בריטניה תולה באיראן פיגוע שסוכל בבסיס פיירפורד; טראמפ: תהיה תשובה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ישראל בודקת מעורבות איראנית בפיגוע בטיסה, ומאיימת: אם כן, תשלם ביוקר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886760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79" y="3005632"/>
            <a:ext cx="420624" cy="31546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1155679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9335" y="3005632"/>
            <a:ext cx="420624" cy="31546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689335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3039922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23" name="Picture 22" descr="nor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3416" y="3035350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354312" y="2953054"/>
            <a:ext cx="1280159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417112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N · LEBANON / SYRIA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1711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54856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הצבא ממשיך לתקוף את חיזבאללה בדרום לבנון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חיל האוויר תקף בלילה כמה פעמים בדרום 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הצבא ירה ארטילריה על שכונה בחאריס שבמחוז בינת ג׳בייל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4749393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5679" y="4868265"/>
            <a:ext cx="420624" cy="31546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11155679" y="4868265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4902555"/>
            <a:ext cx="676656" cy="246888"/>
          </a:xfrm>
          <a:prstGeom prst="roundRect">
            <a:avLst>
              <a:gd name="adj" fmla="val 50000"/>
            </a:avLst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centr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0264" y="4897983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281160" y="4815687"/>
            <a:ext cx="1819655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279745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C · WEST BANK / EAST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279745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517489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ללא אירועים חדשים ביממה האחרונה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לא דווח על אירוע חדש ב-24 השעות האחרונות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1024128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8728" y="1143000"/>
            <a:ext cx="420624" cy="31546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538728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2648" y="1177289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1" name="Picture 40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6464" y="1172717"/>
            <a:ext cx="256032" cy="2560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737360" y="1090422"/>
            <a:ext cx="174650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 · GAZA / EGYPT / JORDAN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1792224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אזעקות בבסיסים אמריקניים בירדן נבדקות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ירדן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אזעקות הופעלו פעמיים אמש בבסיסים אמריקניים בירדן, הפרטים בבדיקה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חיל האוויר תקף ברצועה יותר מ-140 מטרות טרור בחודש האחרון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3818077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8728" y="3936949"/>
            <a:ext cx="420624" cy="31546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3538728" y="3936949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2648" y="3971239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3884371"/>
            <a:ext cx="20208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4348429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GLOBAL · SECURITY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4586173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פיגוע בטיסה לישראל, ישראל פועלת להסגרת המפגע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טייס משנה עומאני דקר את הקברניט בטיסה לישראל ונוסעים ישראלים השתלטו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ישראל פועלת להסגרת המפגע, אך מעריכה שהסיכוי לכך נמוך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פליי דובאי השעתה את טיסותיה, ואל על תחלץ ישראלים מדובאי מיום שישי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ישראלי נרצח באי קופנגן בתאילנד, ונבדקת אפשרות של רקע לאומני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6320164" y="1575521"/>
            <a:ext cx="1561963" cy="2173976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0B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0B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