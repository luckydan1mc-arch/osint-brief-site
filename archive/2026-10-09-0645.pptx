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9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06:45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090645OCT26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נערכת לחידוש לחימה באיראן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צבא ארצות הברית נערך ללחימה באיראן; טראמפ: לא לפני בחירות 3.11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כוחות הצבא פועלים במרחב הליטני בדרום 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סרן אליאב חיים צפלמוס נהרג בהתהפכות האמר במרחב הליטני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3 לוחמים נפצעו קל באותה התהפכות; האירוע נבדק בתחקיר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4840833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977993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298033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סיכול תכנון פיגוע תופת בהשראת דאעש בירושלים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ירושלים: תושב בית חנינא הואשם בתכנון פיגועי תופת ברעלים בהשראת דאעש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בגזרה ב-24 השעות האחרונות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פגיעה בשיט מול קטאר וחבלה רוסית באירופה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כלי שיט נפגע מטילים רבים מול חופי קטאר, ויש פצועים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2 אזרחי לטביה שפרצו לבסיס חיל האוויר האמריקני בבריטניה נעצרו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רוסיה ביצעה פעולות חבלה נגד חברות ביטחוניות בדנמרק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כ-30 בני אדם נהרגו בתקיפה רוסית על 2 אוטובוסים בקרמטורסק שבאוקראינה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177914" y="2421847"/>
            <a:ext cx="1704213" cy="3190283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