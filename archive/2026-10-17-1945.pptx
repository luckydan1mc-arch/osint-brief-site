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17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171945OCT26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מתקפות על מכליות במפרץ ואיום על נמלי תעופה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3 מכליות הותקפו במפרץ, אחת עלתה על מוקש ימי בהורמוז ועלתה באש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דריסה ואלימות יהודים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 פצע קל 2 ישראלים בפיגוע דריסה בשירת ציון ונמלט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רעולי פנים יהודים תקפו דיפלומטים אירופים ליד טייבה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נפגעים ברצועת עזה מפעילות הצבא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משרד הבריאות של חמאס, 6 נהרגו ו-43 נפצעו מפעילות הצבא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מצרים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הנשיא א-סיסי ביקש מהפרלמנט גיבוי לסייע בהגנה על סעודיה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תקיפת הדיפלומטים מעוררת לחץ אירופי על 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בלגיה דורשת סנקציות אירופיות על ישראל אחרי תקיפת הדיפלומטים בטייבה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שגרירות ישראל באלבניה נסגרה זמנית בגלל עימותי מפגינים עם המשטרה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