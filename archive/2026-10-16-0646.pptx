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16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160646OCT26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חיסולים באיראן, ארצות הברית מתגברת באזור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קצין בכיר וראש המודיעין של משמרות המהפכה בסראוואן חוסלו במארב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נושאת המטוסים ג׳ורג׳ בוש חזרה לאזור, ופועלות בו שתי נושאות אמריקניות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מכינה את חזבאללה למלחמה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הנחתה את חזבאללה להיערך למלחמה לקראת תקיפה אמריקנית באיראן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מיירט שוגר לעבר מטרת שווא באזור פעילות הצבא בדרום לבנון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ניסיון פיגוע במרכז הארץ סוכל, מעצרים בג׳נין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נעצר פלסטיני ששהה בישראל שלא כחוק ותכנן פיגוע קרוב במרכז הארץ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תקיפה אווירית בעזה וכניסת סחורות הושעתה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תקיפה אווירית בצפון העיר עזה, הרוג וכמה פצועים לפי דיווח פלסטיני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השעתה את כניסת סחורות המגזר הפרטי לרצועת עזה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לפיגוע בתעופה, צרפת מגינה על 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בחקירת ניסיון הפיגוע בטיסה לישראל נחשדים שני טייסי משנה נוספים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החלה בפעולות מבצעיות להגנה על 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7 איראנים ופעיל חזבאללה הועמדו לדין בארגנטינה על פיגוע 1994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77914" y="2421847"/>
            <a:ext cx="1704213" cy="319028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