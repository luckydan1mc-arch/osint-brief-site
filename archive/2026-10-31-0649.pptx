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310649OCT26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 מעמידה לדין מבריחי נפץ של חיזבאללה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לבנון האשימה מקורבי חיזבאללה בהברחת חומרי נפץ בכביש ביירות–דמשק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הריסת בתי מחבלי פיגוע צומת יהודה בחברון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כוחות הביטחון הרסו בחברון את בתי שני המחבלים מפיגוע הירי בצומת יהודה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מנעה ממשלחת בינלאומית עם חברי פרלמנט בריטים להיכנס בעונת המסיק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ניסיון פיגוע בשגרירות ישראל בבלגרד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תקף שוטר שאבטח את שגרירות ישראל בבלגרד, והשוטר ירה בו והרגו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נאו-נאצי בן 22 נעצר במילאנו בחשד שתכנן פיגועים בבתי כנסת ובמסגד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תפרוס כ-70 אלף שוטרים מחשש למהומות בהפגנות ליל ההאלווין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