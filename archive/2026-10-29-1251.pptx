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291251OCT26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בשיט בהורמוז לצד מגעים לחידוש שיחות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ספינה הותקפה במצר הורמוז, ושלוש מכליות עלו על מוקשים ועלו באש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הציעה לאיראן לחדש מיד את השיחות, כולל על הגרעין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תוקף בלבנון, חיזבאללה מסרב להתפרק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בדרום לבנון אמש, אחרי התרעה מראש לתושבי הגליל והגולן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מנהיג חיזבאללה נעים קאסם הודיע שהארגון לא יפרק את נשקו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חקירת מימון זר בבחירות, תפיסת נשק בירושלים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ישראל: שירות הביטחון הכללי חוקר חשד למימון זר להטיית הבחירות לכנסת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המשטרה תפסה שני אקדחים ותחמושת בשועפאט ובבית חנינא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בישראלי באתיופיה ובשני יהודים בניו יורק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 עסקים ישראלי נמצא מת באדיס אבבה, והמשטרה עצרה חשודים בהרעלתו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אישה במנהטן הואשמה בפשע שנאה אחרי שדקרה במזרק שני גברים יהודים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צפון קוריאה שיגרה כתריסר טילים בליסטיים לטווח קצר לעבר ים יפן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20164" y="1575521"/>
            <a:ext cx="1561963" cy="2173976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