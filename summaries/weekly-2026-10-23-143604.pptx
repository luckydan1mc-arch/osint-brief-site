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סיכום שבועי · 16–23 באוקטובר 2026 · נבנה מהסקירות שפורסמו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סיכום שבועי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16–23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/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מסלימה בהורמוז, ארצות הברית מתגברת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נערכות לחדש את התקיפות באיראן בתחילת נובמבר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התקיפות על ספינות בהורמוז התרחבו, וארצות הברית מתגברת כוחות באזור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בלבנון לצד שיחות בתיווך אמריקני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ממשיך לתקוף בדרום לבנון והשמיד יותר מ-540 תשתיות טרור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דורשת להשתתף בפיקוח על פירוק נשק חיזבאללה, ולבנון מתנגדת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בצומת יהודה, כוננות עליונה לבחירות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מחברון ירו על מחסום בצומת יהודה וחוסלו; כתר על 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פורעים יהודים תקפו פלסטינים ודיפלומטים במסיק, והתקיפות נמשכות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מפקדים ברצועה מדי יום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מחסל 2–3 מפקדים ופעילים ביום, ובהם בכיר במנגנון הביטחון של חמאס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מצרים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מצרים נערכת לסייע לסעודיה מול המורדים בתימן, אך הפרלמנט טרם אישר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נגד יהודים ומהומות באירופה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תקיפות ומזימות רבות נגד יהודים, ובהן ניסיון פיגוע איראני בגרמניה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מהומות אלימות בצרפת, באיטליה ובאלבניה פגעו גם ביעדים יהודיים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האיומים על התעופה לישראל נמשכים, ופליי דובאי ביטלה טיסות עד אמצע נובמבר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