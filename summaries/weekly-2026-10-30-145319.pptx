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סיכום שבועי · 23–30 באוקטובר 2026 · נבנה מהסקירות שפורסמו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סיכום שבועי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23–30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/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תוקפת באיראן ונערכת למערכה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נערכת למערכה אחרי הבחירות, וסוללת פטריוט נוספת מועברת לישראל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מכליות נפגעו במצר הורמוז לאורך כל התקופה ממוקשים, מירי וממטענים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תוקף בלבנון, וחיזבאללה מתחמש מחדש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ממשיך לתקוף בדרום לבנון, וחיזבאללה מתחמש מחדש לסבב נוסף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אחרי פיגוע קטלני, הצבא במבצע מתמשך בחברון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מחבלי חמאס הרגו שני לוחמים במחסום, והצבא פתח במבצע בחברון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סיכל פיגועים ועצר מבוקשים בשומרון ובבנימין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מחסל ברצועה מפקדים ומחבלים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95999" indent="-195999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מפקדים בזרוע הצבאית של חמאס, בהם משתתפים בטבח 7.10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95999" indent="-195999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פיגוע בכנסייה הרג 9 נוצרים, וירדן תקפה בעקבותיו בדרום סוריה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יעדים ישראליים הותקפו בבלגרד ובים השחור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קטין המזוהה עם המדינה האסלאמית תקף בסכינים שוטר בשגרירות ישראל בבלגרד ונהרג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ספינה בשירות צים טבעה בים השחור אחרי שהותקפה, וזהות התוקפים לא ידועה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ישראלי נמצא מת באדיס אבבה, והמשטרה המקומית עצרה חשודים בהרעלתו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746912" y="1575521"/>
            <a:ext cx="1135215" cy="217397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