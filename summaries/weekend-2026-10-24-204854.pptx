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סיכום סוף שבוע · 23–24 באוקטובר 2026 · נבנה מהסקירות שפורסמו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סיכום סוף שבוע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23–24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/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נערכת לתקיפה ומתפנה מהמפרץ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מכינה תוכנית תקיפה ומפנה עובדים מהמפרץ מחשש לפגיעה איראנית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7 מכליות נפגעו במצר הורמוז, ומשמרות המהפכה טוענים שתקפו 4 מהן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ישראל פוגעת באספקת הדלק של חיזבאללה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חיזבאללה מגייס עבריינים מאמריקה הלטינית לפיגועים נגד ישראלים ויהודים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שר הביטחון הטיל סנקציה על חברה בריטית שסיפקה דלק לחיזבאללה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7" y="4840833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7" y="4977993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7" y="5298033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2 לוחמים נפלו, הצבא פתח במבצע בחברון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מחבלי חמאס מחברון הרגו 2 לוחמים במחסום בצומת יהודה, והמחבלים חוסלו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הטיל כתר על חברון וחלחול ופתח במבצע, 10 חשודים נעצרו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מחסל ברצועה, טבח בכנסייה בירדן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42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392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95999" indent="-195999">
              <a:lnSpc>
                <a:spcPct val="82000"/>
              </a:lnSpc>
              <a:spcBef>
                <a:spcPts val="1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בחאן יונס את ראש ועדת ההתנגדות העממית, שהשתתפה בטבח 7 באוקטובר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42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392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ירדן</a:t>
            </a:r>
          </a:p>
          <a:p>
            <a:pPr algn="r" rtl="1" marL="195999" indent="-195999">
              <a:lnSpc>
                <a:spcPct val="82000"/>
              </a:lnSpc>
              <a:spcBef>
                <a:spcPts val="1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חמושים הרגו לפחות 7 בכנסייה בכרכ, והמצוד אחריהם נמשך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פגיעות ביהודים בארצות הברית ופיגוע בצרפת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שלושה אירועים נגד יהודים ובתי כנסת בארצות הברית, בהם דקירה במנהטן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פיגוע ירי גזעני במערב פריז הרג אחד ופצע 5, וצרפת נערכת למהומות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עובד קבלן של ביון ארצות הברית חשוד שהדליף מידע על ישראל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068491" y="1383175"/>
            <a:ext cx="1813636" cy="2366322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776864" cy="1505514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