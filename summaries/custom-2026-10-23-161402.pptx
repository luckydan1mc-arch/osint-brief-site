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סיכום תקופתי · 16–23 באוקטובר 2026 · נבנה מהסקירות שפורסמו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סיכום תקופתי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16–23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/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נערכת לתקיפה, מכליות נפגעות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וישראל הכינו תקיפה בנובמבר, וארצות הברית מתגברת כוחות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מכליות וספינות ממשיכות להיפגע במצר הורמוז, חלקן ממוקשים ימיים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תוקף בלבנון, חיזבאללה נערך למלחמה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ממשיך לתקוף תשתיות חיזבאללה בדרום לבנון ומשמיד מאות יעדים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הנחתה את חיזבאללה להיערך למלחמה, והוא ממשיך להתחמש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גל פיגועים ביהודה ושומרון, כתר על חברון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מחבלי חמאס מחברון ירו על מחסום בצומת יהודה ופצעו 5 ישראלים, 2 אנוש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נתניהו הורה על כתר על חברון והצבא נערך לסגר מלא על יהודה ושומרון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מחסל 2–3 פעילים ביום ברצועה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בכירי חמאס ו-4 מחמשת חוטפי ורוצחי שני לוק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השמיד מנהרת חמאס באורך 1.5 קילומטר שחצתה את הקו הצהוב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מעלה כוננות לקראת הבחירות ב-27.10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גל תקיפות על יהודים וישראלים בעולם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חשודים תקפו ותכננו לתקוף יהודים בארצות הברית ובבריטניה, וחלקם נעצרו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גרמניה זימנה את שגריר איראן בגלל ניסיון פיגוע איראני נגד ראש קהילה יהודית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ארקיע עצרה את הטיסות למרקש בהנחיית גורמי הביטחון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