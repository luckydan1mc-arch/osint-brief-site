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סיכום תקופתי · 21–28 באוקטובר 2026 · נבנה מהסקירות שפורסמו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סיכום תקופתי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21–28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/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נערכת לתקיפה באיראן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השלימה תוכניות תקיפה ונערכת לפעול אחרי בחירות האמצע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מכליות נפגעות ממוקשים ומירי במצר הורמוז לאורך כל התקופה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תוקף בלבנון, חיזבאללה מתחמש מחדש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השמיד יותר מ-540 תשתיות טרור ותקף בדרום לבנון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חיזבאללה מתחמש מחדש במימון איראני, וצבא לבנון לא מונע זאת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שני לוחמים נהרגו, הצבא במבצע בחברון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מחבלי חמאס מחברון הרגו שני לוחמים בפיגוע ירי בצומת יהודה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פינה יותר מ-2,000 תושבים בחברון והורס בתים, המבצע נמשך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מחסל ברצועה מפקדים כמעט מדי יום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42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392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95999" indent="-195999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מחסל 2–3 מפקדים ופעילים ביום, בהם בכירים בזרוע הצבאית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42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392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מצרים</a:t>
            </a:r>
          </a:p>
          <a:p>
            <a:pPr algn="r" rtl="1" marL="195999" indent="-195999">
              <a:lnSpc>
                <a:spcPct val="82000"/>
              </a:lnSpc>
              <a:spcBef>
                <a:spcPts val="1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אזרח מצרי חדר לישראל בניצנה וניסה לפי דיווח לחטוף נשק מלוחמים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525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בשגרירות בבלגרד, תקיפות נגד יהודים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קטין תקף בסכינים את מאבטח שגרירות ישראל בבלגרד ונהרג מירי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יהודים ובית כנסת הותקפו בלונדון ובארצות הברית, וחשודים הואשמו</a:t>
            </a:r>
          </a:p>
          <a:p>
            <a:pPr algn="r" rtl="1" marL="195999" indent="-195999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342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בבריטניה הואשם גבר בסיוע לאיראן בתקרית בבסיס שמשמש את ארצות הברית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