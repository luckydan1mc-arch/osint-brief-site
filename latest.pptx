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31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19:49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311949OCT26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נערכת לתקיפה אמריקנית צפויה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הורתה למדינות המפרץ להיערך לתקיפות באיראן מ-4.11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מנהיג איראן הורה לצבא להרחיב את תוכניות התגובה נגד ארצות הברית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אירוע חדש ב-24 השעות האחרונות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840833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4977993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298033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חיכוך סביב מסיק הזיתים ביהודה ושומרון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1F5FA8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שלושה נעצרו אחרי עימות בין ישראלים לפלסטינים ליד דומא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מנעה ממשלחת בינלאומית להיכנס בעונת מסיק הזיתים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35608" y="1115568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35608" y="1252728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35608" y="1572768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ללא דיווח חדש בגזרה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איומי טרור בארצות הברית וברוסיה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גבר נעצר בפלורידה בחשד שאיים לבצע ירי המוני בקהילה חרדית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תושב קליפורניה תכנן לרצוח יהודי כי האמין ששירת בצבא הישראלי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הזהירה מאיום אמין לפיגוע רב-נפגעים במוזיאון במוסקבה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